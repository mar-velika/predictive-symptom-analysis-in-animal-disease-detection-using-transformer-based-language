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4"/>
  </p:sldMasterIdLst>
  <p:notesMasterIdLst>
    <p:notesMasterId r:id="rId44"/>
  </p:notesMasterIdLst>
  <p:handoutMasterIdLst>
    <p:handoutMasterId r:id="rId45"/>
  </p:handoutMasterIdLst>
  <p:sldIdLst>
    <p:sldId id="322" r:id="rId5"/>
    <p:sldId id="368" r:id="rId6"/>
    <p:sldId id="386" r:id="rId7"/>
    <p:sldId id="258" r:id="rId8"/>
    <p:sldId id="330" r:id="rId9"/>
    <p:sldId id="354" r:id="rId10"/>
    <p:sldId id="351" r:id="rId11"/>
    <p:sldId id="352" r:id="rId12"/>
    <p:sldId id="353" r:id="rId13"/>
    <p:sldId id="294" r:id="rId14"/>
    <p:sldId id="295" r:id="rId15"/>
    <p:sldId id="372" r:id="rId16"/>
    <p:sldId id="392" r:id="rId17"/>
    <p:sldId id="374" r:id="rId18"/>
    <p:sldId id="394" r:id="rId19"/>
    <p:sldId id="393" r:id="rId20"/>
    <p:sldId id="395" r:id="rId21"/>
    <p:sldId id="296" r:id="rId22"/>
    <p:sldId id="299" r:id="rId23"/>
    <p:sldId id="357" r:id="rId24"/>
    <p:sldId id="359" r:id="rId25"/>
    <p:sldId id="360" r:id="rId26"/>
    <p:sldId id="363" r:id="rId27"/>
    <p:sldId id="364" r:id="rId28"/>
    <p:sldId id="365" r:id="rId29"/>
    <p:sldId id="315" r:id="rId30"/>
    <p:sldId id="387" r:id="rId31"/>
    <p:sldId id="391" r:id="rId32"/>
    <p:sldId id="272" r:id="rId33"/>
    <p:sldId id="274" r:id="rId34"/>
    <p:sldId id="275" r:id="rId35"/>
    <p:sldId id="290" r:id="rId36"/>
    <p:sldId id="375" r:id="rId37"/>
    <p:sldId id="376" r:id="rId38"/>
    <p:sldId id="377" r:id="rId39"/>
    <p:sldId id="378" r:id="rId40"/>
    <p:sldId id="388" r:id="rId41"/>
    <p:sldId id="379" r:id="rId42"/>
    <p:sldId id="333" r:id="rId43"/>
  </p:sldIdLst>
  <p:sldSz cx="12192000" cy="68580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ly Intro - White BG" id="{B4587B1E-BB88-4173-8339-2929187587A5}">
          <p14:sldIdLst>
            <p14:sldId id="322"/>
            <p14:sldId id="368"/>
            <p14:sldId id="386"/>
            <p14:sldId id="258"/>
            <p14:sldId id="330"/>
            <p14:sldId id="354"/>
            <p14:sldId id="351"/>
            <p14:sldId id="352"/>
            <p14:sldId id="353"/>
            <p14:sldId id="294"/>
            <p14:sldId id="295"/>
            <p14:sldId id="372"/>
            <p14:sldId id="392"/>
            <p14:sldId id="374"/>
            <p14:sldId id="394"/>
            <p14:sldId id="393"/>
            <p14:sldId id="395"/>
            <p14:sldId id="296"/>
            <p14:sldId id="299"/>
            <p14:sldId id="357"/>
            <p14:sldId id="359"/>
            <p14:sldId id="360"/>
            <p14:sldId id="363"/>
            <p14:sldId id="364"/>
            <p14:sldId id="365"/>
            <p14:sldId id="315"/>
            <p14:sldId id="387"/>
            <p14:sldId id="391"/>
            <p14:sldId id="272"/>
            <p14:sldId id="274"/>
            <p14:sldId id="275"/>
            <p14:sldId id="290"/>
            <p14:sldId id="375"/>
            <p14:sldId id="376"/>
            <p14:sldId id="377"/>
            <p14:sldId id="378"/>
            <p14:sldId id="388"/>
            <p14:sldId id="379"/>
            <p14:sldId id="33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1449"/>
    <a:srgbClr val="001B4D"/>
    <a:srgbClr val="FB6B53"/>
    <a:srgbClr val="FF6600"/>
    <a:srgbClr val="A2C1FE"/>
    <a:srgbClr val="A2FFA3"/>
    <a:srgbClr val="FFFF99"/>
    <a:srgbClr val="FFFF66"/>
    <a:srgbClr val="FCFEB9"/>
    <a:srgbClr val="CE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F3FF1E-D19B-4E12-8573-E93FDB61FB13}" v="1" dt="2026-01-12T06:04:49.5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CHIN VINN" userId="404a353c-266f-410b-8003-d2847235a471" providerId="ADAL" clId="{4C9E2D2C-CA8E-4B86-8A81-7078896D33FF}"/>
    <pc:docChg chg="addSld delSld sldOrd modSection">
      <pc:chgData name="SAMUEL CHIN VINN" userId="404a353c-266f-410b-8003-d2847235a471" providerId="ADAL" clId="{4C9E2D2C-CA8E-4B86-8A81-7078896D33FF}" dt="2025-12-15T16:01:34.055" v="2" actId="47"/>
      <pc:docMkLst>
        <pc:docMk/>
      </pc:docMkLst>
      <pc:sldChg chg="ord">
        <pc:chgData name="SAMUEL CHIN VINN" userId="404a353c-266f-410b-8003-d2847235a471" providerId="ADAL" clId="{4C9E2D2C-CA8E-4B86-8A81-7078896D33FF}" dt="2025-12-12T15:35:26.527" v="0" actId="20578"/>
        <pc:sldMkLst>
          <pc:docMk/>
          <pc:sldMk cId="3574352542" sldId="386"/>
        </pc:sldMkLst>
      </pc:sldChg>
      <pc:sldChg chg="new del">
        <pc:chgData name="SAMUEL CHIN VINN" userId="404a353c-266f-410b-8003-d2847235a471" providerId="ADAL" clId="{4C9E2D2C-CA8E-4B86-8A81-7078896D33FF}" dt="2025-12-15T16:01:34.055" v="2" actId="47"/>
        <pc:sldMkLst>
          <pc:docMk/>
          <pc:sldMk cId="2627773485" sldId="396"/>
        </pc:sldMkLst>
      </pc:sldChg>
    </pc:docChg>
  </pc:docChgLst>
  <pc:docChgLst>
    <pc:chgData name="KOBALEN KHANISKA ARASEN" userId="a9418fd3-a94d-4ee5-93d4-471ad50461ab" providerId="ADAL" clId="{C65D13E7-7BE9-40F6-A9D6-FAFDAE580CC3}"/>
    <pc:docChg chg="undo custSel modSld sldOrd">
      <pc:chgData name="KOBALEN KHANISKA ARASEN" userId="a9418fd3-a94d-4ee5-93d4-471ad50461ab" providerId="ADAL" clId="{C65D13E7-7BE9-40F6-A9D6-FAFDAE580CC3}" dt="2025-12-11T08:03:40.636" v="3" actId="20577"/>
      <pc:docMkLst>
        <pc:docMk/>
      </pc:docMkLst>
      <pc:sldChg chg="modSp mod ord">
        <pc:chgData name="KOBALEN KHANISKA ARASEN" userId="a9418fd3-a94d-4ee5-93d4-471ad50461ab" providerId="ADAL" clId="{C65D13E7-7BE9-40F6-A9D6-FAFDAE580CC3}" dt="2025-12-11T08:03:40.636" v="3" actId="20577"/>
        <pc:sldMkLst>
          <pc:docMk/>
          <pc:sldMk cId="1776854423" sldId="391"/>
        </pc:sldMkLst>
        <pc:spChg chg="mod">
          <ac:chgData name="KOBALEN KHANISKA ARASEN" userId="a9418fd3-a94d-4ee5-93d4-471ad50461ab" providerId="ADAL" clId="{C65D13E7-7BE9-40F6-A9D6-FAFDAE580CC3}" dt="2025-12-11T08:03:40.636" v="3" actId="20577"/>
          <ac:spMkLst>
            <pc:docMk/>
            <pc:sldMk cId="1776854423" sldId="391"/>
            <ac:spMk id="91139" creationId="{00000000-0000-0000-0000-000000000000}"/>
          </ac:spMkLst>
        </pc:spChg>
      </pc:sldChg>
    </pc:docChg>
  </pc:docChgLst>
  <pc:docChgLst>
    <pc:chgData name="ISABELLE GWENCA FONG" userId="309a0639-dadf-48b9-8311-9e5b1c58aff9" providerId="ADAL" clId="{20CAA36C-28FB-4F8D-8CF2-713FC52CC069}"/>
    <pc:docChg chg="modSld sldOrd">
      <pc:chgData name="ISABELLE GWENCA FONG" userId="309a0639-dadf-48b9-8311-9e5b1c58aff9" providerId="ADAL" clId="{20CAA36C-28FB-4F8D-8CF2-713FC52CC069}" dt="2026-01-12T06:04:49.522" v="1"/>
      <pc:docMkLst>
        <pc:docMk/>
      </pc:docMkLst>
      <pc:sldChg chg="ord">
        <pc:chgData name="ISABELLE GWENCA FONG" userId="309a0639-dadf-48b9-8311-9e5b1c58aff9" providerId="ADAL" clId="{20CAA36C-28FB-4F8D-8CF2-713FC52CC069}" dt="2026-01-12T06:04:49.522" v="1"/>
        <pc:sldMkLst>
          <pc:docMk/>
          <pc:sldMk cId="2294287709" sldId="354"/>
        </pc:sldMkLst>
      </pc:sldChg>
    </pc:docChg>
  </pc:docChgLst>
  <pc:docChgLst>
    <pc:chgData name="CHONG JESS WYNN" userId="9397a588-1e60-4924-b1ad-f4213ac8b558" providerId="ADAL" clId="{5706D5AC-C8D7-4ECB-8FCF-F18FC60487AD}"/>
    <pc:docChg chg="undo custSel modSld">
      <pc:chgData name="CHONG JESS WYNN" userId="9397a588-1e60-4924-b1ad-f4213ac8b558" providerId="ADAL" clId="{5706D5AC-C8D7-4ECB-8FCF-F18FC60487AD}" dt="2025-12-17T01:20:06.116" v="1" actId="20577"/>
      <pc:docMkLst>
        <pc:docMk/>
      </pc:docMkLst>
      <pc:sldChg chg="modSp mod">
        <pc:chgData name="CHONG JESS WYNN" userId="9397a588-1e60-4924-b1ad-f4213ac8b558" providerId="ADAL" clId="{5706D5AC-C8D7-4ECB-8FCF-F18FC60487AD}" dt="2025-12-17T01:20:06.116" v="1" actId="20577"/>
        <pc:sldMkLst>
          <pc:docMk/>
          <pc:sldMk cId="3076050892" sldId="392"/>
        </pc:sldMkLst>
        <pc:spChg chg="mod">
          <ac:chgData name="CHONG JESS WYNN" userId="9397a588-1e60-4924-b1ad-f4213ac8b558" providerId="ADAL" clId="{5706D5AC-C8D7-4ECB-8FCF-F18FC60487AD}" dt="2025-12-17T01:20:06.116" v="1" actId="20577"/>
          <ac:spMkLst>
            <pc:docMk/>
            <pc:sldMk cId="3076050892" sldId="392"/>
            <ac:spMk id="3" creationId="{2BA98C29-FD63-FDDA-B642-3195817B61DD}"/>
          </ac:spMkLst>
        </pc:spChg>
      </pc:sldChg>
    </pc:docChg>
  </pc:docChgLst>
  <pc:docChgLst>
    <pc:chgData name="TEN VUI KHANG" userId="60a1e0cb-8a50-428a-88d2-fc6a705f4b39" providerId="ADAL" clId="{531A7ED9-169C-4418-AE3C-610BE89EF5E4}"/>
    <pc:docChg chg="undo custSel modSld">
      <pc:chgData name="TEN VUI KHANG" userId="60a1e0cb-8a50-428a-88d2-fc6a705f4b39" providerId="ADAL" clId="{531A7ED9-169C-4418-AE3C-610BE89EF5E4}" dt="2025-12-11T14:23:40.443" v="1" actId="1076"/>
      <pc:docMkLst>
        <pc:docMk/>
      </pc:docMkLst>
      <pc:sldChg chg="modSp mod">
        <pc:chgData name="TEN VUI KHANG" userId="60a1e0cb-8a50-428a-88d2-fc6a705f4b39" providerId="ADAL" clId="{531A7ED9-169C-4418-AE3C-610BE89EF5E4}" dt="2025-12-11T14:23:40.443" v="1" actId="1076"/>
        <pc:sldMkLst>
          <pc:docMk/>
          <pc:sldMk cId="2365023009" sldId="359"/>
        </pc:sldMkLst>
        <pc:picChg chg="mod">
          <ac:chgData name="TEN VUI KHANG" userId="60a1e0cb-8a50-428a-88d2-fc6a705f4b39" providerId="ADAL" clId="{531A7ED9-169C-4418-AE3C-610BE89EF5E4}" dt="2025-12-11T14:23:40.443" v="1" actId="1076"/>
          <ac:picMkLst>
            <pc:docMk/>
            <pc:sldMk cId="2365023009" sldId="359"/>
            <ac:picMk id="3" creationId="{F18CB5A4-297D-4A50-B39D-0D2F053B5A6B}"/>
          </ac:picMkLst>
        </pc:picChg>
      </pc:sldChg>
    </pc:docChg>
  </pc:docChgLst>
  <pc:docChgLst>
    <pc:chgData name="NANG MYA HMUE KHIN" userId="77aa5ec7-ee7e-4a82-be7e-53059ce6e9f2" providerId="ADAL" clId="{97821A5E-ED68-4BF9-AA00-448AA77D0F82}"/>
    <pc:docChg chg="modSld">
      <pc:chgData name="NANG MYA HMUE KHIN" userId="77aa5ec7-ee7e-4a82-be7e-53059ce6e9f2" providerId="ADAL" clId="{97821A5E-ED68-4BF9-AA00-448AA77D0F82}" dt="2025-12-12T16:24:48.507" v="0" actId="1036"/>
      <pc:docMkLst>
        <pc:docMk/>
      </pc:docMkLst>
      <pc:sldChg chg="modSp">
        <pc:chgData name="NANG MYA HMUE KHIN" userId="77aa5ec7-ee7e-4a82-be7e-53059ce6e9f2" providerId="ADAL" clId="{97821A5E-ED68-4BF9-AA00-448AA77D0F82}" dt="2025-12-12T16:24:48.507" v="0" actId="1036"/>
        <pc:sldMkLst>
          <pc:docMk/>
          <pc:sldMk cId="66905897" sldId="322"/>
        </pc:sldMkLst>
        <pc:spChg chg="mod">
          <ac:chgData name="NANG MYA HMUE KHIN" userId="77aa5ec7-ee7e-4a82-be7e-53059ce6e9f2" providerId="ADAL" clId="{97821A5E-ED68-4BF9-AA00-448AA77D0F82}" dt="2025-12-12T16:24:48.507" v="0" actId="1036"/>
          <ac:spMkLst>
            <pc:docMk/>
            <pc:sldMk cId="66905897" sldId="322"/>
            <ac:spMk id="5" creationId="{E5A64D6D-4F7B-C4E6-3DF0-51112DC6C859}"/>
          </ac:spMkLst>
        </pc:spChg>
      </pc:sldChg>
    </pc:docChg>
  </pc:docChgLst>
  <pc:docChgLst>
    <pc:chgData name="ANAN USAMA HASSAN AHMED ELSAYED" userId="78edba41-5d67-4c02-9a50-1376d15a5752" providerId="ADAL" clId="{C40FA81E-FCB9-4CA5-BEF9-EC5992D19E8C}"/>
    <pc:docChg chg="modSld">
      <pc:chgData name="ANAN USAMA HASSAN AHMED ELSAYED" userId="78edba41-5d67-4c02-9a50-1376d15a5752" providerId="ADAL" clId="{C40FA81E-FCB9-4CA5-BEF9-EC5992D19E8C}" dt="2025-12-12T10:55:49.538" v="2" actId="14100"/>
      <pc:docMkLst>
        <pc:docMk/>
      </pc:docMkLst>
      <pc:sldChg chg="modSp">
        <pc:chgData name="ANAN USAMA HASSAN AHMED ELSAYED" userId="78edba41-5d67-4c02-9a50-1376d15a5752" providerId="ADAL" clId="{C40FA81E-FCB9-4CA5-BEF9-EC5992D19E8C}" dt="2025-12-12T10:55:49.538" v="2" actId="14100"/>
        <pc:sldMkLst>
          <pc:docMk/>
          <pc:sldMk cId="2424778133" sldId="374"/>
        </pc:sldMkLst>
        <pc:spChg chg="mod">
          <ac:chgData name="ANAN USAMA HASSAN AHMED ELSAYED" userId="78edba41-5d67-4c02-9a50-1376d15a5752" providerId="ADAL" clId="{C40FA81E-FCB9-4CA5-BEF9-EC5992D19E8C}" dt="2025-12-12T10:55:49.538" v="2" actId="14100"/>
          <ac:spMkLst>
            <pc:docMk/>
            <pc:sldMk cId="2424778133" sldId="374"/>
            <ac:spMk id="3" creationId="{E436C461-38CD-4402-97C0-BD609023F7ED}"/>
          </ac:spMkLst>
        </pc:spChg>
      </pc:sldChg>
    </pc:docChg>
  </pc:docChgLst>
  <pc:docChgLst>
    <pc:chgData name="EBIMANI AROCKIYARAJ JULIE VINCY" userId="9b978b54-59fc-47a5-819f-6f751244e486" providerId="ADAL" clId="{AD3F91D9-BABF-4D01-8CC5-27C78282D3D2}"/>
    <pc:docChg chg="modSld sldOrd">
      <pc:chgData name="EBIMANI AROCKIYARAJ JULIE VINCY" userId="9b978b54-59fc-47a5-819f-6f751244e486" providerId="ADAL" clId="{AD3F91D9-BABF-4D01-8CC5-27C78282D3D2}" dt="2025-12-16T18:56:12.413" v="2"/>
      <pc:docMkLst>
        <pc:docMk/>
      </pc:docMkLst>
      <pc:sldChg chg="modSp">
        <pc:chgData name="EBIMANI AROCKIYARAJ JULIE VINCY" userId="9b978b54-59fc-47a5-819f-6f751244e486" providerId="ADAL" clId="{AD3F91D9-BABF-4D01-8CC5-27C78282D3D2}" dt="2025-12-16T18:55:26.018" v="0" actId="1076"/>
        <pc:sldMkLst>
          <pc:docMk/>
          <pc:sldMk cId="2062236328" sldId="299"/>
        </pc:sldMkLst>
        <pc:spChg chg="mod">
          <ac:chgData name="EBIMANI AROCKIYARAJ JULIE VINCY" userId="9b978b54-59fc-47a5-819f-6f751244e486" providerId="ADAL" clId="{AD3F91D9-BABF-4D01-8CC5-27C78282D3D2}" dt="2025-12-16T18:55:26.018" v="0" actId="1076"/>
          <ac:spMkLst>
            <pc:docMk/>
            <pc:sldMk cId="2062236328" sldId="299"/>
            <ac:spMk id="163845" creationId="{00000000-0000-0000-0000-000000000000}"/>
          </ac:spMkLst>
        </pc:spChg>
      </pc:sldChg>
      <pc:sldChg chg="ord">
        <pc:chgData name="EBIMANI AROCKIYARAJ JULIE VINCY" userId="9b978b54-59fc-47a5-819f-6f751244e486" providerId="ADAL" clId="{AD3F91D9-BABF-4D01-8CC5-27C78282D3D2}" dt="2025-12-16T18:56:12.413" v="2"/>
        <pc:sldMkLst>
          <pc:docMk/>
          <pc:sldMk cId="737563482" sldId="363"/>
        </pc:sldMkLst>
      </pc:sldChg>
    </pc:docChg>
  </pc:docChgLst>
  <pc:docChgLst>
    <pc:chgData name="VASSHAN RAJ A/L GANESAN" userId="e7d17bab-1487-4da9-a64c-d562d60622f9" providerId="ADAL" clId="{F9D8162A-D014-4F86-BC77-2F23E3418856}"/>
    <pc:docChg chg="modSld">
      <pc:chgData name="VASSHAN RAJ A/L GANESAN" userId="e7d17bab-1487-4da9-a64c-d562d60622f9" providerId="ADAL" clId="{F9D8162A-D014-4F86-BC77-2F23E3418856}" dt="2025-12-12T14:34:13.473" v="0" actId="1076"/>
      <pc:docMkLst>
        <pc:docMk/>
      </pc:docMkLst>
      <pc:sldChg chg="modSp">
        <pc:chgData name="VASSHAN RAJ A/L GANESAN" userId="e7d17bab-1487-4da9-a64c-d562d60622f9" providerId="ADAL" clId="{F9D8162A-D014-4F86-BC77-2F23E3418856}" dt="2025-12-12T14:34:13.473" v="0" actId="1076"/>
        <pc:sldMkLst>
          <pc:docMk/>
          <pc:sldMk cId="2424778133" sldId="374"/>
        </pc:sldMkLst>
        <pc:spChg chg="mod">
          <ac:chgData name="VASSHAN RAJ A/L GANESAN" userId="e7d17bab-1487-4da9-a64c-d562d60622f9" providerId="ADAL" clId="{F9D8162A-D014-4F86-BC77-2F23E3418856}" dt="2025-12-12T14:34:13.473" v="0" actId="1076"/>
          <ac:spMkLst>
            <pc:docMk/>
            <pc:sldMk cId="2424778133" sldId="374"/>
            <ac:spMk id="3" creationId="{E436C461-38CD-4402-97C0-BD609023F7ED}"/>
          </ac:spMkLst>
        </pc:spChg>
      </pc:sldChg>
    </pc:docChg>
  </pc:docChgLst>
  <pc:docChgLst>
    <pc:chgData name="TONG MING HONG" userId="dab20cc8-f7bf-4119-b1fd-3d0d191da342" providerId="ADAL" clId="{B8B47B4B-D4DA-4C80-867C-BBFCD3CF9C11}"/>
    <pc:docChg chg="undo custSel modSld">
      <pc:chgData name="TONG MING HONG" userId="dab20cc8-f7bf-4119-b1fd-3d0d191da342" providerId="ADAL" clId="{B8B47B4B-D4DA-4C80-867C-BBFCD3CF9C11}" dt="2025-12-09T06:23:03.860" v="5" actId="20577"/>
      <pc:docMkLst>
        <pc:docMk/>
      </pc:docMkLst>
      <pc:sldChg chg="modSp mod">
        <pc:chgData name="TONG MING HONG" userId="dab20cc8-f7bf-4119-b1fd-3d0d191da342" providerId="ADAL" clId="{B8B47B4B-D4DA-4C80-867C-BBFCD3CF9C11}" dt="2025-12-09T06:23:03.860" v="5" actId="20577"/>
        <pc:sldMkLst>
          <pc:docMk/>
          <pc:sldMk cId="2424778133" sldId="374"/>
        </pc:sldMkLst>
        <pc:spChg chg="mod">
          <ac:chgData name="TONG MING HONG" userId="dab20cc8-f7bf-4119-b1fd-3d0d191da342" providerId="ADAL" clId="{B8B47B4B-D4DA-4C80-867C-BBFCD3CF9C11}" dt="2025-12-09T06:23:03.860" v="5" actId="20577"/>
          <ac:spMkLst>
            <pc:docMk/>
            <pc:sldMk cId="2424778133" sldId="374"/>
            <ac:spMk id="3" creationId="{E436C461-38CD-4402-97C0-BD609023F7ED}"/>
          </ac:spMkLst>
        </pc:spChg>
      </pc:sldChg>
    </pc:docChg>
  </pc:docChgLst>
  <pc:docChgLst>
    <pc:chgData name="KHEW XIN QUAN" userId="b2b10a71-2e8e-494b-a792-3201df704406" providerId="ADAL" clId="{A49AAF8F-2CF7-45BD-BAA4-D5F7B50AB709}"/>
    <pc:docChg chg="modSld sldOrd">
      <pc:chgData name="KHEW XIN QUAN" userId="b2b10a71-2e8e-494b-a792-3201df704406" providerId="ADAL" clId="{A49AAF8F-2CF7-45BD-BAA4-D5F7B50AB709}" dt="2025-12-10T01:31:31.298" v="1"/>
      <pc:docMkLst>
        <pc:docMk/>
      </pc:docMkLst>
      <pc:sldChg chg="ord">
        <pc:chgData name="KHEW XIN QUAN" userId="b2b10a71-2e8e-494b-a792-3201df704406" providerId="ADAL" clId="{A49AAF8F-2CF7-45BD-BAA4-D5F7B50AB709}" dt="2025-12-10T01:31:31.298" v="1"/>
        <pc:sldMkLst>
          <pc:docMk/>
          <pc:sldMk cId="2424778133" sldId="374"/>
        </pc:sldMkLst>
      </pc:sldChg>
    </pc:docChg>
  </pc:docChgLst>
  <pc:docChgLst>
    <pc:chgData name="OWI SZE JAY" userId="S::tp070115@mail.apu.edu.my::7b6a343e-37af-4eeb-a30d-a05ed67e7a65" providerId="AD" clId="Web-{2A397DB1-7A9A-4D48-A240-512D39906F98}"/>
    <pc:docChg chg="sldOrd">
      <pc:chgData name="OWI SZE JAY" userId="S::tp070115@mail.apu.edu.my::7b6a343e-37af-4eeb-a30d-a05ed67e7a65" providerId="AD" clId="Web-{2A397DB1-7A9A-4D48-A240-512D39906F98}" dt="2025-12-05T06:59:40.001" v="1"/>
      <pc:docMkLst>
        <pc:docMk/>
      </pc:docMkLst>
      <pc:sldChg chg="ord">
        <pc:chgData name="OWI SZE JAY" userId="S::tp070115@mail.apu.edu.my::7b6a343e-37af-4eeb-a30d-a05ed67e7a65" providerId="AD" clId="Web-{2A397DB1-7A9A-4D48-A240-512D39906F98}" dt="2025-12-05T06:59:40.001" v="1"/>
        <pc:sldMkLst>
          <pc:docMk/>
          <pc:sldMk cId="2424778133" sldId="374"/>
        </pc:sldMkLst>
      </pc:sldChg>
      <pc:sldChg chg="ord">
        <pc:chgData name="OWI SZE JAY" userId="S::tp070115@mail.apu.edu.my::7b6a343e-37af-4eeb-a30d-a05ed67e7a65" providerId="AD" clId="Web-{2A397DB1-7A9A-4D48-A240-512D39906F98}" dt="2025-12-05T06:59:25.391" v="0"/>
        <pc:sldMkLst>
          <pc:docMk/>
          <pc:sldMk cId="2395500279" sldId="394"/>
        </pc:sldMkLst>
      </pc:sldChg>
    </pc:docChg>
  </pc:docChgLst>
  <pc:docChgLst>
    <pc:chgData name="TAN KING YONG" userId="6ff6b719-8799-46ef-959d-c05b0e037cee" providerId="ADAL" clId="{15A585AF-E141-4075-B488-F29F64403736}"/>
    <pc:docChg chg="sldOrd">
      <pc:chgData name="TAN KING YONG" userId="6ff6b719-8799-46ef-959d-c05b0e037cee" providerId="ADAL" clId="{15A585AF-E141-4075-B488-F29F64403736}" dt="2025-12-12T02:47:37.987" v="0" actId="20578"/>
      <pc:docMkLst>
        <pc:docMk/>
      </pc:docMkLst>
      <pc:sldChg chg="ord">
        <pc:chgData name="TAN KING YONG" userId="6ff6b719-8799-46ef-959d-c05b0e037cee" providerId="ADAL" clId="{15A585AF-E141-4075-B488-F29F64403736}" dt="2025-12-12T02:47:37.987" v="0" actId="20578"/>
        <pc:sldMkLst>
          <pc:docMk/>
          <pc:sldMk cId="4098682186" sldId="364"/>
        </pc:sldMkLst>
      </pc:sldChg>
    </pc:docChg>
  </pc:docChgLst>
  <pc:docChgLst>
    <pc:chgData name="ISABELLE GWENCA FONG" userId="S::tp077838@mail.apu.edu.my::309a0639-dadf-48b9-8311-9e5b1c58aff9" providerId="AD" clId="Web-{C32B4A76-A56F-443C-A553-B33441C9D329}"/>
    <pc:docChg chg="sldOrd">
      <pc:chgData name="ISABELLE GWENCA FONG" userId="S::tp077838@mail.apu.edu.my::309a0639-dadf-48b9-8311-9e5b1c58aff9" providerId="AD" clId="Web-{C32B4A76-A56F-443C-A553-B33441C9D329}" dt="2025-12-04T08:49:27.796" v="0"/>
      <pc:docMkLst>
        <pc:docMk/>
      </pc:docMkLst>
      <pc:sldChg chg="ord">
        <pc:chgData name="ISABELLE GWENCA FONG" userId="S::tp077838@mail.apu.edu.my::309a0639-dadf-48b9-8311-9e5b1c58aff9" providerId="AD" clId="Web-{C32B4A76-A56F-443C-A553-B33441C9D329}" dt="2025-12-04T08:49:27.796" v="0"/>
        <pc:sldMkLst>
          <pc:docMk/>
          <pc:sldMk cId="1595037936" sldId="295"/>
        </pc:sldMkLst>
      </pc:sldChg>
    </pc:docChg>
  </pc:docChgLst>
  <pc:docChgLst>
    <pc:chgData name="OWI SZE JAY" userId="7b6a343e-37af-4eeb-a30d-a05ed67e7a65" providerId="ADAL" clId="{EA0DDBDB-5E45-48AF-9E44-308B86EBF01A}"/>
    <pc:docChg chg="undo custSel modSld">
      <pc:chgData name="OWI SZE JAY" userId="7b6a343e-37af-4eeb-a30d-a05ed67e7a65" providerId="ADAL" clId="{EA0DDBDB-5E45-48AF-9E44-308B86EBF01A}" dt="2025-12-05T07:38:00.208" v="1" actId="1076"/>
      <pc:docMkLst>
        <pc:docMk/>
      </pc:docMkLst>
      <pc:sldChg chg="modSp mod">
        <pc:chgData name="OWI SZE JAY" userId="7b6a343e-37af-4eeb-a30d-a05ed67e7a65" providerId="ADAL" clId="{EA0DDBDB-5E45-48AF-9E44-308B86EBF01A}" dt="2025-12-05T07:38:00.208" v="1" actId="1076"/>
        <pc:sldMkLst>
          <pc:docMk/>
          <pc:sldMk cId="2294287709" sldId="354"/>
        </pc:sldMkLst>
        <pc:spChg chg="mod">
          <ac:chgData name="OWI SZE JAY" userId="7b6a343e-37af-4eeb-a30d-a05ed67e7a65" providerId="ADAL" clId="{EA0DDBDB-5E45-48AF-9E44-308B86EBF01A}" dt="2025-12-05T07:38:00.208" v="1" actId="1076"/>
          <ac:spMkLst>
            <pc:docMk/>
            <pc:sldMk cId="2294287709" sldId="354"/>
            <ac:spMk id="17" creationId="{00000000-0000-0000-0000-000000000000}"/>
          </ac:spMkLst>
        </pc:spChg>
      </pc:sldChg>
    </pc:docChg>
  </pc:docChgLst>
  <pc:docChgLst>
    <pc:chgData name="Nur Amira Abdul Majid" userId="415c50ea-8302-49a5-b3c9-07ac73726f6f" providerId="ADAL" clId="{9B7BB3C4-2623-4A6E-A733-FBC9AA5BDC28}"/>
    <pc:docChg chg="undo custSel addSld delSld modSld sldOrd modSection">
      <pc:chgData name="Nur Amira Abdul Majid" userId="415c50ea-8302-49a5-b3c9-07ac73726f6f" providerId="ADAL" clId="{9B7BB3C4-2623-4A6E-A733-FBC9AA5BDC28}" dt="2025-12-03T05:15:16.461" v="751" actId="14100"/>
      <pc:docMkLst>
        <pc:docMk/>
      </pc:docMkLst>
      <pc:sldChg chg="modSp add mod">
        <pc:chgData name="Nur Amira Abdul Majid" userId="415c50ea-8302-49a5-b3c9-07ac73726f6f" providerId="ADAL" clId="{9B7BB3C4-2623-4A6E-A733-FBC9AA5BDC28}" dt="2025-12-03T03:33:21.259" v="107" actId="14100"/>
        <pc:sldMkLst>
          <pc:docMk/>
          <pc:sldMk cId="3063248331" sldId="258"/>
        </pc:sldMkLst>
        <pc:spChg chg="mod">
          <ac:chgData name="Nur Amira Abdul Majid" userId="415c50ea-8302-49a5-b3c9-07ac73726f6f" providerId="ADAL" clId="{9B7BB3C4-2623-4A6E-A733-FBC9AA5BDC28}" dt="2025-12-03T03:28:47.584" v="100" actId="14100"/>
          <ac:spMkLst>
            <pc:docMk/>
            <pc:sldMk cId="3063248331" sldId="258"/>
            <ac:spMk id="5121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3:21.259" v="107" actId="14100"/>
          <ac:spMkLst>
            <pc:docMk/>
            <pc:sldMk cId="3063248331" sldId="258"/>
            <ac:spMk id="5122" creationId="{00000000-0000-0000-0000-000000000000}"/>
          </ac:spMkLst>
        </pc:spChg>
      </pc:sldChg>
      <pc:sldChg chg="modSp add mod">
        <pc:chgData name="Nur Amira Abdul Majid" userId="415c50ea-8302-49a5-b3c9-07ac73726f6f" providerId="ADAL" clId="{9B7BB3C4-2623-4A6E-A733-FBC9AA5BDC28}" dt="2025-12-03T05:01:22.562" v="664" actId="113"/>
        <pc:sldMkLst>
          <pc:docMk/>
          <pc:sldMk cId="2520686181" sldId="272"/>
        </pc:sldMkLst>
        <pc:spChg chg="mod">
          <ac:chgData name="Nur Amira Abdul Majid" userId="415c50ea-8302-49a5-b3c9-07ac73726f6f" providerId="ADAL" clId="{9B7BB3C4-2623-4A6E-A733-FBC9AA5BDC28}" dt="2025-12-03T05:00:51.587" v="660" actId="14100"/>
          <ac:spMkLst>
            <pc:docMk/>
            <pc:sldMk cId="2520686181" sldId="272"/>
            <ac:spMk id="91138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5:01:22.562" v="664" actId="113"/>
          <ac:spMkLst>
            <pc:docMk/>
            <pc:sldMk cId="2520686181" sldId="272"/>
            <ac:spMk id="91139" creationId="{00000000-0000-0000-0000-000000000000}"/>
          </ac:spMkLst>
        </pc:spChg>
      </pc:sldChg>
      <pc:sldChg chg="modSp add mod">
        <pc:chgData name="Nur Amira Abdul Majid" userId="415c50ea-8302-49a5-b3c9-07ac73726f6f" providerId="ADAL" clId="{9B7BB3C4-2623-4A6E-A733-FBC9AA5BDC28}" dt="2025-12-03T05:01:55.762" v="672" actId="14100"/>
        <pc:sldMkLst>
          <pc:docMk/>
          <pc:sldMk cId="1605068198" sldId="274"/>
        </pc:sldMkLst>
        <pc:spChg chg="mod">
          <ac:chgData name="Nur Amira Abdul Majid" userId="415c50ea-8302-49a5-b3c9-07ac73726f6f" providerId="ADAL" clId="{9B7BB3C4-2623-4A6E-A733-FBC9AA5BDC28}" dt="2025-12-03T05:01:38.758" v="667" actId="14100"/>
          <ac:spMkLst>
            <pc:docMk/>
            <pc:sldMk cId="1605068198" sldId="274"/>
            <ac:spMk id="72706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5:01:55.762" v="672" actId="14100"/>
          <ac:spMkLst>
            <pc:docMk/>
            <pc:sldMk cId="1605068198" sldId="274"/>
            <ac:spMk id="72707" creationId="{00000000-0000-0000-0000-000000000000}"/>
          </ac:spMkLst>
        </pc:spChg>
      </pc:sldChg>
      <pc:sldChg chg="modSp add mod">
        <pc:chgData name="Nur Amira Abdul Majid" userId="415c50ea-8302-49a5-b3c9-07ac73726f6f" providerId="ADAL" clId="{9B7BB3C4-2623-4A6E-A733-FBC9AA5BDC28}" dt="2025-12-03T05:02:43.240" v="682" actId="1076"/>
        <pc:sldMkLst>
          <pc:docMk/>
          <pc:sldMk cId="2512168236" sldId="275"/>
        </pc:sldMkLst>
        <pc:spChg chg="mod">
          <ac:chgData name="Nur Amira Abdul Majid" userId="415c50ea-8302-49a5-b3c9-07ac73726f6f" providerId="ADAL" clId="{9B7BB3C4-2623-4A6E-A733-FBC9AA5BDC28}" dt="2025-12-03T05:02:40.545" v="681" actId="255"/>
          <ac:spMkLst>
            <pc:docMk/>
            <pc:sldMk cId="2512168236" sldId="275"/>
            <ac:spMk id="74754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5:02:43.240" v="682" actId="1076"/>
          <ac:spMkLst>
            <pc:docMk/>
            <pc:sldMk cId="2512168236" sldId="275"/>
            <ac:spMk id="74755" creationId="{00000000-0000-0000-0000-000000000000}"/>
          </ac:spMkLst>
        </pc:spChg>
      </pc:sldChg>
      <pc:sldChg chg="addSp modSp add mod">
        <pc:chgData name="Nur Amira Abdul Majid" userId="415c50ea-8302-49a5-b3c9-07ac73726f6f" providerId="ADAL" clId="{9B7BB3C4-2623-4A6E-A733-FBC9AA5BDC28}" dt="2025-12-03T05:04:55.775" v="706" actId="14100"/>
        <pc:sldMkLst>
          <pc:docMk/>
          <pc:sldMk cId="725137559" sldId="290"/>
        </pc:sldMkLst>
        <pc:spChg chg="mod">
          <ac:chgData name="Nur Amira Abdul Majid" userId="415c50ea-8302-49a5-b3c9-07ac73726f6f" providerId="ADAL" clId="{9B7BB3C4-2623-4A6E-A733-FBC9AA5BDC28}" dt="2025-12-03T05:03:14.771" v="690" actId="20577"/>
          <ac:spMkLst>
            <pc:docMk/>
            <pc:sldMk cId="725137559" sldId="290"/>
            <ac:spMk id="87042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5:04:55.775" v="706" actId="14100"/>
          <ac:spMkLst>
            <pc:docMk/>
            <pc:sldMk cId="725137559" sldId="290"/>
            <ac:spMk id="87043" creationId="{00000000-0000-0000-0000-000000000000}"/>
          </ac:spMkLst>
        </pc:spChg>
        <pc:picChg chg="add mod">
          <ac:chgData name="Nur Amira Abdul Majid" userId="415c50ea-8302-49a5-b3c9-07ac73726f6f" providerId="ADAL" clId="{9B7BB3C4-2623-4A6E-A733-FBC9AA5BDC28}" dt="2025-12-03T05:04:19.719" v="699" actId="1076"/>
          <ac:picMkLst>
            <pc:docMk/>
            <pc:sldMk cId="725137559" sldId="290"/>
            <ac:picMk id="2050" creationId="{D52D572A-132E-34DE-9EBF-52D901C7EB4C}"/>
          </ac:picMkLst>
        </pc:picChg>
      </pc:sldChg>
      <pc:sldChg chg="addSp delSp modSp add mod">
        <pc:chgData name="Nur Amira Abdul Majid" userId="415c50ea-8302-49a5-b3c9-07ac73726f6f" providerId="ADAL" clId="{9B7BB3C4-2623-4A6E-A733-FBC9AA5BDC28}" dt="2025-12-03T03:48:58.147" v="321" actId="1076"/>
        <pc:sldMkLst>
          <pc:docMk/>
          <pc:sldMk cId="3422168538" sldId="294"/>
        </pc:sldMkLst>
        <pc:spChg chg="add del mod">
          <ac:chgData name="Nur Amira Abdul Majid" userId="415c50ea-8302-49a5-b3c9-07ac73726f6f" providerId="ADAL" clId="{9B7BB3C4-2623-4A6E-A733-FBC9AA5BDC28}" dt="2025-12-03T03:48:16.361" v="286" actId="478"/>
          <ac:spMkLst>
            <pc:docMk/>
            <pc:sldMk cId="3422168538" sldId="294"/>
            <ac:spMk id="2" creationId="{27A03784-2998-BFB0-116C-ABF94EE4797E}"/>
          </ac:spMkLst>
        </pc:spChg>
        <pc:spChg chg="add mod">
          <ac:chgData name="Nur Amira Abdul Majid" userId="415c50ea-8302-49a5-b3c9-07ac73726f6f" providerId="ADAL" clId="{9B7BB3C4-2623-4A6E-A733-FBC9AA5BDC28}" dt="2025-12-03T03:48:49.029" v="320" actId="1076"/>
          <ac:spMkLst>
            <pc:docMk/>
            <pc:sldMk cId="3422168538" sldId="294"/>
            <ac:spMk id="4" creationId="{18E268BA-B900-5E1C-FE06-FA1F5D8D611F}"/>
          </ac:spMkLst>
        </pc:spChg>
        <pc:spChg chg="del">
          <ac:chgData name="Nur Amira Abdul Majid" userId="415c50ea-8302-49a5-b3c9-07ac73726f6f" providerId="ADAL" clId="{9B7BB3C4-2623-4A6E-A733-FBC9AA5BDC28}" dt="2025-12-03T03:48:13.796" v="285" actId="478"/>
          <ac:spMkLst>
            <pc:docMk/>
            <pc:sldMk cId="3422168538" sldId="294"/>
            <ac:spMk id="68610" creationId="{00000000-0000-0000-0000-000000000000}"/>
          </ac:spMkLst>
        </pc:spChg>
        <pc:graphicFrameChg chg="mod">
          <ac:chgData name="Nur Amira Abdul Majid" userId="415c50ea-8302-49a5-b3c9-07ac73726f6f" providerId="ADAL" clId="{9B7BB3C4-2623-4A6E-A733-FBC9AA5BDC28}" dt="2025-12-03T03:48:58.147" v="321" actId="1076"/>
          <ac:graphicFrameMkLst>
            <pc:docMk/>
            <pc:sldMk cId="3422168538" sldId="294"/>
            <ac:graphicFrameMk id="3" creationId="{00000000-0000-0000-0000-000000000000}"/>
          </ac:graphicFrameMkLst>
        </pc:graphicFrameChg>
      </pc:sldChg>
      <pc:sldChg chg="addSp delSp modSp add mod modNotes">
        <pc:chgData name="Nur Amira Abdul Majid" userId="415c50ea-8302-49a5-b3c9-07ac73726f6f" providerId="ADAL" clId="{9B7BB3C4-2623-4A6E-A733-FBC9AA5BDC28}" dt="2025-12-03T03:50:49.584" v="368" actId="1076"/>
        <pc:sldMkLst>
          <pc:docMk/>
          <pc:sldMk cId="1595037936" sldId="295"/>
        </pc:sldMkLst>
        <pc:spChg chg="add del mod">
          <ac:chgData name="Nur Amira Abdul Majid" userId="415c50ea-8302-49a5-b3c9-07ac73726f6f" providerId="ADAL" clId="{9B7BB3C4-2623-4A6E-A733-FBC9AA5BDC28}" dt="2025-12-03T03:49:33.215" v="324" actId="478"/>
          <ac:spMkLst>
            <pc:docMk/>
            <pc:sldMk cId="1595037936" sldId="295"/>
            <ac:spMk id="2" creationId="{8C4AEA52-9F66-7F01-FD3B-7FFCD0AD0CBD}"/>
          </ac:spMkLst>
        </pc:spChg>
        <pc:spChg chg="add mod">
          <ac:chgData name="Nur Amira Abdul Majid" userId="415c50ea-8302-49a5-b3c9-07ac73726f6f" providerId="ADAL" clId="{9B7BB3C4-2623-4A6E-A733-FBC9AA5BDC28}" dt="2025-12-03T03:50:01.097" v="359" actId="20577"/>
          <ac:spMkLst>
            <pc:docMk/>
            <pc:sldMk cId="1595037936" sldId="295"/>
            <ac:spMk id="3" creationId="{801E9329-E41C-D59C-C884-F0DAAB305411}"/>
          </ac:spMkLst>
        </pc:spChg>
        <pc:spChg chg="mod">
          <ac:chgData name="Nur Amira Abdul Majid" userId="415c50ea-8302-49a5-b3c9-07ac73726f6f" providerId="ADAL" clId="{9B7BB3C4-2623-4A6E-A733-FBC9AA5BDC28}" dt="2025-12-03T03:19:39.027" v="52"/>
          <ac:spMkLst>
            <pc:docMk/>
            <pc:sldMk cId="1595037936" sldId="295"/>
            <ac:spMk id="4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50:49.584" v="368" actId="1076"/>
          <ac:spMkLst>
            <pc:docMk/>
            <pc:sldMk cId="1595037936" sldId="295"/>
            <ac:spMk id="110597" creationId="{00000000-0000-0000-0000-000000000000}"/>
          </ac:spMkLst>
        </pc:spChg>
        <pc:spChg chg="del">
          <ac:chgData name="Nur Amira Abdul Majid" userId="415c50ea-8302-49a5-b3c9-07ac73726f6f" providerId="ADAL" clId="{9B7BB3C4-2623-4A6E-A733-FBC9AA5BDC28}" dt="2025-12-03T03:49:30.967" v="323" actId="478"/>
          <ac:spMkLst>
            <pc:docMk/>
            <pc:sldMk cId="1595037936" sldId="295"/>
            <ac:spMk id="110598" creationId="{00000000-0000-0000-0000-000000000000}"/>
          </ac:spMkLst>
        </pc:spChg>
      </pc:sldChg>
      <pc:sldChg chg="addSp delSp modSp add mod modNotes">
        <pc:chgData name="Nur Amira Abdul Majid" userId="415c50ea-8302-49a5-b3c9-07ac73726f6f" providerId="ADAL" clId="{9B7BB3C4-2623-4A6E-A733-FBC9AA5BDC28}" dt="2025-12-03T03:58:19.574" v="510" actId="20577"/>
        <pc:sldMkLst>
          <pc:docMk/>
          <pc:sldMk cId="2825004928" sldId="296"/>
        </pc:sldMkLst>
        <pc:spChg chg="add del mod">
          <ac:chgData name="Nur Amira Abdul Majid" userId="415c50ea-8302-49a5-b3c9-07ac73726f6f" providerId="ADAL" clId="{9B7BB3C4-2623-4A6E-A733-FBC9AA5BDC28}" dt="2025-12-03T03:57:56.911" v="458" actId="478"/>
          <ac:spMkLst>
            <pc:docMk/>
            <pc:sldMk cId="2825004928" sldId="296"/>
            <ac:spMk id="2" creationId="{9749E95B-9C9D-4C7C-8A0C-7DCF42593967}"/>
          </ac:spMkLst>
        </pc:spChg>
        <pc:spChg chg="add mod">
          <ac:chgData name="Nur Amira Abdul Majid" userId="415c50ea-8302-49a5-b3c9-07ac73726f6f" providerId="ADAL" clId="{9B7BB3C4-2623-4A6E-A733-FBC9AA5BDC28}" dt="2025-12-03T03:58:19.574" v="510" actId="20577"/>
          <ac:spMkLst>
            <pc:docMk/>
            <pc:sldMk cId="2825004928" sldId="296"/>
            <ac:spMk id="3" creationId="{0E859E35-B855-D442-9B09-8819559CB5C4}"/>
          </ac:spMkLst>
        </pc:spChg>
        <pc:spChg chg="mod">
          <ac:chgData name="Nur Amira Abdul Majid" userId="415c50ea-8302-49a5-b3c9-07ac73726f6f" providerId="ADAL" clId="{9B7BB3C4-2623-4A6E-A733-FBC9AA5BDC28}" dt="2025-12-03T03:19:39.027" v="52"/>
          <ac:spMkLst>
            <pc:docMk/>
            <pc:sldMk cId="2825004928" sldId="296"/>
            <ac:spMk id="6" creationId="{00000000-0000-0000-0000-000000000000}"/>
          </ac:spMkLst>
        </pc:spChg>
        <pc:spChg chg="del mod">
          <ac:chgData name="Nur Amira Abdul Majid" userId="415c50ea-8302-49a5-b3c9-07ac73726f6f" providerId="ADAL" clId="{9B7BB3C4-2623-4A6E-A733-FBC9AA5BDC28}" dt="2025-12-03T03:57:32.430" v="454" actId="478"/>
          <ac:spMkLst>
            <pc:docMk/>
            <pc:sldMk cId="2825004928" sldId="296"/>
            <ac:spMk id="112645" creationId="{00000000-0000-0000-0000-000000000000}"/>
          </ac:spMkLst>
        </pc:spChg>
      </pc:sldChg>
      <pc:sldChg chg="delSp modSp add mod">
        <pc:chgData name="Nur Amira Abdul Majid" userId="415c50ea-8302-49a5-b3c9-07ac73726f6f" providerId="ADAL" clId="{9B7BB3C4-2623-4A6E-A733-FBC9AA5BDC28}" dt="2025-12-03T03:58:47.159" v="516" actId="1076"/>
        <pc:sldMkLst>
          <pc:docMk/>
          <pc:sldMk cId="2062236328" sldId="299"/>
        </pc:sldMkLst>
        <pc:spChg chg="mod">
          <ac:chgData name="Nur Amira Abdul Majid" userId="415c50ea-8302-49a5-b3c9-07ac73726f6f" providerId="ADAL" clId="{9B7BB3C4-2623-4A6E-A733-FBC9AA5BDC28}" dt="2025-12-03T03:19:39.027" v="52"/>
          <ac:spMkLst>
            <pc:docMk/>
            <pc:sldMk cId="2062236328" sldId="299"/>
            <ac:spMk id="4" creationId="{00000000-0000-0000-0000-000000000000}"/>
          </ac:spMkLst>
        </pc:spChg>
        <pc:spChg chg="del">
          <ac:chgData name="Nur Amira Abdul Majid" userId="415c50ea-8302-49a5-b3c9-07ac73726f6f" providerId="ADAL" clId="{9B7BB3C4-2623-4A6E-A733-FBC9AA5BDC28}" dt="2025-12-03T03:58:31.515" v="512" actId="478"/>
          <ac:spMkLst>
            <pc:docMk/>
            <pc:sldMk cId="2062236328" sldId="299"/>
            <ac:spMk id="163844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58:47.159" v="516" actId="1076"/>
          <ac:spMkLst>
            <pc:docMk/>
            <pc:sldMk cId="2062236328" sldId="299"/>
            <ac:spMk id="163845" creationId="{00000000-0000-0000-0000-000000000000}"/>
          </ac:spMkLst>
        </pc:spChg>
      </pc:sldChg>
      <pc:sldChg chg="add del">
        <pc:chgData name="Nur Amira Abdul Majid" userId="415c50ea-8302-49a5-b3c9-07ac73726f6f" providerId="ADAL" clId="{9B7BB3C4-2623-4A6E-A733-FBC9AA5BDC28}" dt="2025-12-03T03:59:03.271" v="517" actId="2696"/>
        <pc:sldMkLst>
          <pc:docMk/>
          <pc:sldMk cId="3873091469" sldId="300"/>
        </pc:sldMkLst>
      </pc:sldChg>
      <pc:sldChg chg="del">
        <pc:chgData name="Nur Amira Abdul Majid" userId="415c50ea-8302-49a5-b3c9-07ac73726f6f" providerId="ADAL" clId="{9B7BB3C4-2623-4A6E-A733-FBC9AA5BDC28}" dt="2025-12-03T03:20:04.373" v="54" actId="2696"/>
        <pc:sldMkLst>
          <pc:docMk/>
          <pc:sldMk cId="1222172671" sldId="305"/>
        </pc:sldMkLst>
      </pc:sldChg>
      <pc:sldChg chg="del">
        <pc:chgData name="Nur Amira Abdul Majid" userId="415c50ea-8302-49a5-b3c9-07ac73726f6f" providerId="ADAL" clId="{9B7BB3C4-2623-4A6E-A733-FBC9AA5BDC28}" dt="2025-12-03T03:20:04.373" v="54" actId="2696"/>
        <pc:sldMkLst>
          <pc:docMk/>
          <pc:sldMk cId="1147692581" sldId="306"/>
        </pc:sldMkLst>
      </pc:sldChg>
      <pc:sldChg chg="del">
        <pc:chgData name="Nur Amira Abdul Majid" userId="415c50ea-8302-49a5-b3c9-07ac73726f6f" providerId="ADAL" clId="{9B7BB3C4-2623-4A6E-A733-FBC9AA5BDC28}" dt="2025-12-03T03:20:04.373" v="54" actId="2696"/>
        <pc:sldMkLst>
          <pc:docMk/>
          <pc:sldMk cId="2453307536" sldId="307"/>
        </pc:sldMkLst>
      </pc:sldChg>
      <pc:sldChg chg="del">
        <pc:chgData name="Nur Amira Abdul Majid" userId="415c50ea-8302-49a5-b3c9-07ac73726f6f" providerId="ADAL" clId="{9B7BB3C4-2623-4A6E-A733-FBC9AA5BDC28}" dt="2025-12-03T03:20:04.373" v="54" actId="2696"/>
        <pc:sldMkLst>
          <pc:docMk/>
          <pc:sldMk cId="3726883340" sldId="308"/>
        </pc:sldMkLst>
      </pc:sldChg>
      <pc:sldChg chg="del">
        <pc:chgData name="Nur Amira Abdul Majid" userId="415c50ea-8302-49a5-b3c9-07ac73726f6f" providerId="ADAL" clId="{9B7BB3C4-2623-4A6E-A733-FBC9AA5BDC28}" dt="2025-12-03T03:20:04.373" v="54" actId="2696"/>
        <pc:sldMkLst>
          <pc:docMk/>
          <pc:sldMk cId="2877144264" sldId="309"/>
        </pc:sldMkLst>
      </pc:sldChg>
      <pc:sldChg chg="del">
        <pc:chgData name="Nur Amira Abdul Majid" userId="415c50ea-8302-49a5-b3c9-07ac73726f6f" providerId="ADAL" clId="{9B7BB3C4-2623-4A6E-A733-FBC9AA5BDC28}" dt="2025-12-03T03:20:04.373" v="54" actId="2696"/>
        <pc:sldMkLst>
          <pc:docMk/>
          <pc:sldMk cId="2002936326" sldId="310"/>
        </pc:sldMkLst>
      </pc:sldChg>
      <pc:sldChg chg="modSp add">
        <pc:chgData name="Nur Amira Abdul Majid" userId="415c50ea-8302-49a5-b3c9-07ac73726f6f" providerId="ADAL" clId="{9B7BB3C4-2623-4A6E-A733-FBC9AA5BDC28}" dt="2025-12-03T04:57:41.173" v="613" actId="14100"/>
        <pc:sldMkLst>
          <pc:docMk/>
          <pc:sldMk cId="1923885913" sldId="315"/>
        </pc:sldMkLst>
        <pc:spChg chg="mod">
          <ac:chgData name="Nur Amira Abdul Majid" userId="415c50ea-8302-49a5-b3c9-07ac73726f6f" providerId="ADAL" clId="{9B7BB3C4-2623-4A6E-A733-FBC9AA5BDC28}" dt="2025-12-03T04:57:41.173" v="613" actId="14100"/>
          <ac:spMkLst>
            <pc:docMk/>
            <pc:sldMk cId="1923885913" sldId="315"/>
            <ac:spMk id="2" creationId="{7CD4CAFA-DA96-C77A-3653-A6ADF6D2D335}"/>
          </ac:spMkLst>
        </pc:spChg>
        <pc:spChg chg="mod">
          <ac:chgData name="Nur Amira Abdul Majid" userId="415c50ea-8302-49a5-b3c9-07ac73726f6f" providerId="ADAL" clId="{9B7BB3C4-2623-4A6E-A733-FBC9AA5BDC28}" dt="2025-12-03T04:57:29.315" v="610" actId="14100"/>
          <ac:spMkLst>
            <pc:docMk/>
            <pc:sldMk cId="1923885913" sldId="315"/>
            <ac:spMk id="3" creationId="{D1ED8B7F-1ECF-9C19-AC9A-042B78F9A701}"/>
          </ac:spMkLst>
        </pc:spChg>
      </pc:sldChg>
      <pc:sldChg chg="del">
        <pc:chgData name="Nur Amira Abdul Majid" userId="415c50ea-8302-49a5-b3c9-07ac73726f6f" providerId="ADAL" clId="{9B7BB3C4-2623-4A6E-A733-FBC9AA5BDC28}" dt="2025-12-03T05:11:55.748" v="738" actId="47"/>
        <pc:sldMkLst>
          <pc:docMk/>
          <pc:sldMk cId="3591373730" sldId="317"/>
        </pc:sldMkLst>
      </pc:sldChg>
      <pc:sldChg chg="modSp mod">
        <pc:chgData name="Nur Amira Abdul Majid" userId="415c50ea-8302-49a5-b3c9-07ac73726f6f" providerId="ADAL" clId="{9B7BB3C4-2623-4A6E-A733-FBC9AA5BDC28}" dt="2025-12-03T05:15:16.461" v="751" actId="14100"/>
        <pc:sldMkLst>
          <pc:docMk/>
          <pc:sldMk cId="66905897" sldId="322"/>
        </pc:sldMkLst>
        <pc:spChg chg="mod">
          <ac:chgData name="Nur Amira Abdul Majid" userId="415c50ea-8302-49a5-b3c9-07ac73726f6f" providerId="ADAL" clId="{9B7BB3C4-2623-4A6E-A733-FBC9AA5BDC28}" dt="2025-12-03T05:15:16.461" v="751" actId="14100"/>
          <ac:spMkLst>
            <pc:docMk/>
            <pc:sldMk cId="66905897" sldId="322"/>
            <ac:spMk id="5" creationId="{E5A64D6D-4F7B-C4E6-3DF0-51112DC6C859}"/>
          </ac:spMkLst>
        </pc:spChg>
        <pc:spChg chg="mod">
          <ac:chgData name="Nur Amira Abdul Majid" userId="415c50ea-8302-49a5-b3c9-07ac73726f6f" providerId="ADAL" clId="{9B7BB3C4-2623-4A6E-A733-FBC9AA5BDC28}" dt="2025-12-03T05:15:10.747" v="750" actId="1076"/>
          <ac:spMkLst>
            <pc:docMk/>
            <pc:sldMk cId="66905897" sldId="322"/>
            <ac:spMk id="6" creationId="{DA48EE8B-4479-DBB2-A043-0D0A551A3F92}"/>
          </ac:spMkLst>
        </pc:spChg>
      </pc:sldChg>
      <pc:sldChg chg="modSp add mod">
        <pc:chgData name="Nur Amira Abdul Majid" userId="415c50ea-8302-49a5-b3c9-07ac73726f6f" providerId="ADAL" clId="{9B7BB3C4-2623-4A6E-A733-FBC9AA5BDC28}" dt="2025-12-03T03:28:26.213" v="97" actId="2711"/>
        <pc:sldMkLst>
          <pc:docMk/>
          <pc:sldMk cId="3302299559" sldId="330"/>
        </pc:sldMkLst>
        <pc:spChg chg="mod">
          <ac:chgData name="Nur Amira Abdul Majid" userId="415c50ea-8302-49a5-b3c9-07ac73726f6f" providerId="ADAL" clId="{9B7BB3C4-2623-4A6E-A733-FBC9AA5BDC28}" dt="2025-12-03T03:28:26.213" v="97" actId="2711"/>
          <ac:spMkLst>
            <pc:docMk/>
            <pc:sldMk cId="3302299559" sldId="330"/>
            <ac:spMk id="15361" creationId="{00000000-0000-0000-0000-000000000000}"/>
          </ac:spMkLst>
        </pc:spChg>
      </pc:sldChg>
      <pc:sldChg chg="add">
        <pc:chgData name="Nur Amira Abdul Majid" userId="415c50ea-8302-49a5-b3c9-07ac73726f6f" providerId="ADAL" clId="{9B7BB3C4-2623-4A6E-A733-FBC9AA5BDC28}" dt="2025-12-03T03:19:39.027" v="52"/>
        <pc:sldMkLst>
          <pc:docMk/>
          <pc:sldMk cId="2747064571" sldId="333"/>
        </pc:sldMkLst>
      </pc:sldChg>
      <pc:sldChg chg="modSp add mod">
        <pc:chgData name="Nur Amira Abdul Majid" userId="415c50ea-8302-49a5-b3c9-07ac73726f6f" providerId="ADAL" clId="{9B7BB3C4-2623-4A6E-A733-FBC9AA5BDC28}" dt="2025-12-03T03:38:58.129" v="185" actId="113"/>
        <pc:sldMkLst>
          <pc:docMk/>
          <pc:sldMk cId="2367143169" sldId="351"/>
        </pc:sldMkLst>
        <pc:spChg chg="mod">
          <ac:chgData name="Nur Amira Abdul Majid" userId="415c50ea-8302-49a5-b3c9-07ac73726f6f" providerId="ADAL" clId="{9B7BB3C4-2623-4A6E-A733-FBC9AA5BDC28}" dt="2025-12-03T03:36:46.803" v="168" actId="14100"/>
          <ac:spMkLst>
            <pc:docMk/>
            <pc:sldMk cId="2367143169" sldId="351"/>
            <ac:spMk id="68610" creationId="{00000000-0000-0000-0000-000000000000}"/>
          </ac:spMkLst>
        </pc:spChg>
        <pc:graphicFrameChg chg="mod">
          <ac:chgData name="Nur Amira Abdul Majid" userId="415c50ea-8302-49a5-b3c9-07ac73726f6f" providerId="ADAL" clId="{9B7BB3C4-2623-4A6E-A733-FBC9AA5BDC28}" dt="2025-12-03T03:38:58.129" v="185" actId="113"/>
          <ac:graphicFrameMkLst>
            <pc:docMk/>
            <pc:sldMk cId="2367143169" sldId="351"/>
            <ac:graphicFrameMk id="3" creationId="{00000000-0000-0000-0000-000000000000}"/>
          </ac:graphicFrameMkLst>
        </pc:graphicFrameChg>
      </pc:sldChg>
      <pc:sldChg chg="addSp delSp modSp add">
        <pc:chgData name="Nur Amira Abdul Majid" userId="415c50ea-8302-49a5-b3c9-07ac73726f6f" providerId="ADAL" clId="{9B7BB3C4-2623-4A6E-A733-FBC9AA5BDC28}" dt="2025-12-03T03:44:26.890" v="267" actId="113"/>
        <pc:sldMkLst>
          <pc:docMk/>
          <pc:sldMk cId="1943620216" sldId="352"/>
        </pc:sldMkLst>
        <pc:spChg chg="add del mod">
          <ac:chgData name="Nur Amira Abdul Majid" userId="415c50ea-8302-49a5-b3c9-07ac73726f6f" providerId="ADAL" clId="{9B7BB3C4-2623-4A6E-A733-FBC9AA5BDC28}" dt="2025-12-03T03:40:03.634" v="188" actId="478"/>
          <ac:spMkLst>
            <pc:docMk/>
            <pc:sldMk cId="1943620216" sldId="352"/>
            <ac:spMk id="2" creationId="{8C1C81F3-DD05-FFAB-8554-309DF364CE5F}"/>
          </ac:spMkLst>
        </pc:spChg>
        <pc:spChg chg="add del mod">
          <ac:chgData name="Nur Amira Abdul Majid" userId="415c50ea-8302-49a5-b3c9-07ac73726f6f" providerId="ADAL" clId="{9B7BB3C4-2623-4A6E-A733-FBC9AA5BDC28}" dt="2025-12-03T03:40:23.352" v="190" actId="478"/>
          <ac:spMkLst>
            <pc:docMk/>
            <pc:sldMk cId="1943620216" sldId="352"/>
            <ac:spMk id="4" creationId="{CB27283D-A5C8-A7CF-6B75-F3EA7AD9BA62}"/>
          </ac:spMkLst>
        </pc:spChg>
        <pc:spChg chg="add del mod">
          <ac:chgData name="Nur Amira Abdul Majid" userId="415c50ea-8302-49a5-b3c9-07ac73726f6f" providerId="ADAL" clId="{9B7BB3C4-2623-4A6E-A733-FBC9AA5BDC28}" dt="2025-12-03T03:40:29.438" v="191" actId="478"/>
          <ac:spMkLst>
            <pc:docMk/>
            <pc:sldMk cId="1943620216" sldId="352"/>
            <ac:spMk id="5" creationId="{EACAF20D-2E76-4898-748B-FED3A65947DF}"/>
          </ac:spMkLst>
        </pc:spChg>
        <pc:spChg chg="add mod">
          <ac:chgData name="Nur Amira Abdul Majid" userId="415c50ea-8302-49a5-b3c9-07ac73726f6f" providerId="ADAL" clId="{9B7BB3C4-2623-4A6E-A733-FBC9AA5BDC28}" dt="2025-12-03T03:40:30.695" v="192"/>
          <ac:spMkLst>
            <pc:docMk/>
            <pc:sldMk cId="1943620216" sldId="352"/>
            <ac:spMk id="6" creationId="{87D45F70-A76F-04B1-8EA3-9A9E0166DEE7}"/>
          </ac:spMkLst>
        </pc:spChg>
        <pc:spChg chg="del mod">
          <ac:chgData name="Nur Amira Abdul Majid" userId="415c50ea-8302-49a5-b3c9-07ac73726f6f" providerId="ADAL" clId="{9B7BB3C4-2623-4A6E-A733-FBC9AA5BDC28}" dt="2025-12-03T03:40:00.816" v="187" actId="478"/>
          <ac:spMkLst>
            <pc:docMk/>
            <pc:sldMk cId="1943620216" sldId="352"/>
            <ac:spMk id="68610" creationId="{00000000-0000-0000-0000-000000000000}"/>
          </ac:spMkLst>
        </pc:spChg>
        <pc:graphicFrameChg chg="mod">
          <ac:chgData name="Nur Amira Abdul Majid" userId="415c50ea-8302-49a5-b3c9-07ac73726f6f" providerId="ADAL" clId="{9B7BB3C4-2623-4A6E-A733-FBC9AA5BDC28}" dt="2025-12-03T03:44:26.890" v="267" actId="113"/>
          <ac:graphicFrameMkLst>
            <pc:docMk/>
            <pc:sldMk cId="1943620216" sldId="352"/>
            <ac:graphicFrameMk id="3" creationId="{00000000-0000-0000-0000-000000000000}"/>
          </ac:graphicFrameMkLst>
        </pc:graphicFrameChg>
      </pc:sldChg>
      <pc:sldChg chg="addSp delSp modSp add mod">
        <pc:chgData name="Nur Amira Abdul Majid" userId="415c50ea-8302-49a5-b3c9-07ac73726f6f" providerId="ADAL" clId="{9B7BB3C4-2623-4A6E-A733-FBC9AA5BDC28}" dt="2025-12-03T03:47:07.873" v="284" actId="20577"/>
        <pc:sldMkLst>
          <pc:docMk/>
          <pc:sldMk cId="2066912183" sldId="353"/>
        </pc:sldMkLst>
        <pc:spChg chg="add del mod">
          <ac:chgData name="Nur Amira Abdul Majid" userId="415c50ea-8302-49a5-b3c9-07ac73726f6f" providerId="ADAL" clId="{9B7BB3C4-2623-4A6E-A733-FBC9AA5BDC28}" dt="2025-12-03T03:44:41.611" v="270" actId="478"/>
          <ac:spMkLst>
            <pc:docMk/>
            <pc:sldMk cId="2066912183" sldId="353"/>
            <ac:spMk id="2" creationId="{49646235-99F8-D341-8F8B-F07EA3548BF9}"/>
          </ac:spMkLst>
        </pc:spChg>
        <pc:spChg chg="add mod">
          <ac:chgData name="Nur Amira Abdul Majid" userId="415c50ea-8302-49a5-b3c9-07ac73726f6f" providerId="ADAL" clId="{9B7BB3C4-2623-4A6E-A733-FBC9AA5BDC28}" dt="2025-12-03T03:47:07.873" v="284" actId="20577"/>
          <ac:spMkLst>
            <pc:docMk/>
            <pc:sldMk cId="2066912183" sldId="353"/>
            <ac:spMk id="4" creationId="{EAA5D7D9-F7E1-75DA-0DF9-8E12A7323178}"/>
          </ac:spMkLst>
        </pc:spChg>
        <pc:spChg chg="del mod">
          <ac:chgData name="Nur Amira Abdul Majid" userId="415c50ea-8302-49a5-b3c9-07ac73726f6f" providerId="ADAL" clId="{9B7BB3C4-2623-4A6E-A733-FBC9AA5BDC28}" dt="2025-12-03T03:44:38.482" v="269" actId="478"/>
          <ac:spMkLst>
            <pc:docMk/>
            <pc:sldMk cId="2066912183" sldId="353"/>
            <ac:spMk id="68610" creationId="{00000000-0000-0000-0000-000000000000}"/>
          </ac:spMkLst>
        </pc:spChg>
        <pc:graphicFrameChg chg="mod">
          <ac:chgData name="Nur Amira Abdul Majid" userId="415c50ea-8302-49a5-b3c9-07ac73726f6f" providerId="ADAL" clId="{9B7BB3C4-2623-4A6E-A733-FBC9AA5BDC28}" dt="2025-12-03T03:46:40.985" v="281" actId="20577"/>
          <ac:graphicFrameMkLst>
            <pc:docMk/>
            <pc:sldMk cId="2066912183" sldId="353"/>
            <ac:graphicFrameMk id="3" creationId="{00000000-0000-0000-0000-000000000000}"/>
          </ac:graphicFrameMkLst>
        </pc:graphicFrameChg>
      </pc:sldChg>
      <pc:sldChg chg="addSp delSp modSp add mod">
        <pc:chgData name="Nur Amira Abdul Majid" userId="415c50ea-8302-49a5-b3c9-07ac73726f6f" providerId="ADAL" clId="{9B7BB3C4-2623-4A6E-A733-FBC9AA5BDC28}" dt="2025-12-03T03:36:31.072" v="166" actId="1076"/>
        <pc:sldMkLst>
          <pc:docMk/>
          <pc:sldMk cId="2294287709" sldId="354"/>
        </pc:sldMkLst>
        <pc:spChg chg="del">
          <ac:chgData name="Nur Amira Abdul Majid" userId="415c50ea-8302-49a5-b3c9-07ac73726f6f" providerId="ADAL" clId="{9B7BB3C4-2623-4A6E-A733-FBC9AA5BDC28}" dt="2025-12-03T03:33:30.916" v="108" actId="478"/>
          <ac:spMkLst>
            <pc:docMk/>
            <pc:sldMk cId="2294287709" sldId="354"/>
            <ac:spMk id="2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4:19.636" v="146" actId="1035"/>
          <ac:spMkLst>
            <pc:docMk/>
            <pc:sldMk cId="2294287709" sldId="354"/>
            <ac:spMk id="3" creationId="{00000000-0000-0000-0000-000000000000}"/>
          </ac:spMkLst>
        </pc:spChg>
        <pc:spChg chg="add mod">
          <ac:chgData name="Nur Amira Abdul Majid" userId="415c50ea-8302-49a5-b3c9-07ac73726f6f" providerId="ADAL" clId="{9B7BB3C4-2623-4A6E-A733-FBC9AA5BDC28}" dt="2025-12-03T03:36:31.072" v="166" actId="1076"/>
          <ac:spMkLst>
            <pc:docMk/>
            <pc:sldMk cId="2294287709" sldId="354"/>
            <ac:spMk id="4" creationId="{016B74CD-4C78-E048-A2F4-66BFC19423C5}"/>
          </ac:spMkLst>
        </pc:spChg>
        <pc:spChg chg="mod">
          <ac:chgData name="Nur Amira Abdul Majid" userId="415c50ea-8302-49a5-b3c9-07ac73726f6f" providerId="ADAL" clId="{9B7BB3C4-2623-4A6E-A733-FBC9AA5BDC28}" dt="2025-12-03T03:35:20.861" v="165" actId="14100"/>
          <ac:spMkLst>
            <pc:docMk/>
            <pc:sldMk cId="2294287709" sldId="354"/>
            <ac:spMk id="14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5:20.861" v="165" actId="14100"/>
          <ac:spMkLst>
            <pc:docMk/>
            <pc:sldMk cId="2294287709" sldId="354"/>
            <ac:spMk id="15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5:20.861" v="165" actId="14100"/>
          <ac:spMkLst>
            <pc:docMk/>
            <pc:sldMk cId="2294287709" sldId="354"/>
            <ac:spMk id="16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5:20.861" v="165" actId="14100"/>
          <ac:spMkLst>
            <pc:docMk/>
            <pc:sldMk cId="2294287709" sldId="354"/>
            <ac:spMk id="17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5:20.861" v="165" actId="14100"/>
          <ac:spMkLst>
            <pc:docMk/>
            <pc:sldMk cId="2294287709" sldId="354"/>
            <ac:spMk id="18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5:20.861" v="165" actId="14100"/>
          <ac:spMkLst>
            <pc:docMk/>
            <pc:sldMk cId="2294287709" sldId="354"/>
            <ac:spMk id="22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5:20.861" v="165" actId="14100"/>
          <ac:spMkLst>
            <pc:docMk/>
            <pc:sldMk cId="2294287709" sldId="354"/>
            <ac:spMk id="24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5:20.861" v="165" actId="14100"/>
          <ac:spMkLst>
            <pc:docMk/>
            <pc:sldMk cId="2294287709" sldId="354"/>
            <ac:spMk id="26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5:20.861" v="165" actId="14100"/>
          <ac:spMkLst>
            <pc:docMk/>
            <pc:sldMk cId="2294287709" sldId="354"/>
            <ac:spMk id="29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5:20.861" v="165" actId="14100"/>
          <ac:spMkLst>
            <pc:docMk/>
            <pc:sldMk cId="2294287709" sldId="354"/>
            <ac:spMk id="33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5:20.861" v="165" actId="14100"/>
          <ac:spMkLst>
            <pc:docMk/>
            <pc:sldMk cId="2294287709" sldId="354"/>
            <ac:spMk id="34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5:20.861" v="165" actId="14100"/>
          <ac:spMkLst>
            <pc:docMk/>
            <pc:sldMk cId="2294287709" sldId="354"/>
            <ac:spMk id="35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5:20.861" v="165" actId="14100"/>
          <ac:spMkLst>
            <pc:docMk/>
            <pc:sldMk cId="2294287709" sldId="354"/>
            <ac:spMk id="36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5:20.861" v="165" actId="14100"/>
          <ac:spMkLst>
            <pc:docMk/>
            <pc:sldMk cId="2294287709" sldId="354"/>
            <ac:spMk id="38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5:20.861" v="165" actId="14100"/>
          <ac:spMkLst>
            <pc:docMk/>
            <pc:sldMk cId="2294287709" sldId="354"/>
            <ac:spMk id="40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5:20.861" v="165" actId="14100"/>
          <ac:spMkLst>
            <pc:docMk/>
            <pc:sldMk cId="2294287709" sldId="354"/>
            <ac:spMk id="41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5:20.861" v="165" actId="14100"/>
          <ac:spMkLst>
            <pc:docMk/>
            <pc:sldMk cId="2294287709" sldId="354"/>
            <ac:spMk id="42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5:20.861" v="165" actId="14100"/>
          <ac:spMkLst>
            <pc:docMk/>
            <pc:sldMk cId="2294287709" sldId="354"/>
            <ac:spMk id="45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5:20.861" v="165" actId="14100"/>
          <ac:spMkLst>
            <pc:docMk/>
            <pc:sldMk cId="2294287709" sldId="354"/>
            <ac:spMk id="46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5:20.861" v="165" actId="14100"/>
          <ac:spMkLst>
            <pc:docMk/>
            <pc:sldMk cId="2294287709" sldId="354"/>
            <ac:spMk id="47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5:20.861" v="165" actId="14100"/>
          <ac:spMkLst>
            <pc:docMk/>
            <pc:sldMk cId="2294287709" sldId="354"/>
            <ac:spMk id="48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5:20.861" v="165" actId="14100"/>
          <ac:spMkLst>
            <pc:docMk/>
            <pc:sldMk cId="2294287709" sldId="354"/>
            <ac:spMk id="50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35:20.861" v="165" actId="14100"/>
          <ac:spMkLst>
            <pc:docMk/>
            <pc:sldMk cId="2294287709" sldId="354"/>
            <ac:spMk id="51" creationId="{00000000-0000-0000-0000-000000000000}"/>
          </ac:spMkLst>
        </pc:spChg>
        <pc:grpChg chg="mod">
          <ac:chgData name="Nur Amira Abdul Majid" userId="415c50ea-8302-49a5-b3c9-07ac73726f6f" providerId="ADAL" clId="{9B7BB3C4-2623-4A6E-A733-FBC9AA5BDC28}" dt="2025-12-03T03:35:20.861" v="165" actId="14100"/>
          <ac:grpSpMkLst>
            <pc:docMk/>
            <pc:sldMk cId="2294287709" sldId="354"/>
            <ac:grpSpMk id="5" creationId="{00000000-0000-0000-0000-000000000000}"/>
          </ac:grpSpMkLst>
        </pc:grpChg>
        <pc:cxnChg chg="mod">
          <ac:chgData name="Nur Amira Abdul Majid" userId="415c50ea-8302-49a5-b3c9-07ac73726f6f" providerId="ADAL" clId="{9B7BB3C4-2623-4A6E-A733-FBC9AA5BDC28}" dt="2025-12-03T03:35:20.861" v="165" actId="14100"/>
          <ac:cxnSpMkLst>
            <pc:docMk/>
            <pc:sldMk cId="2294287709" sldId="354"/>
            <ac:cxnSpMk id="21" creationId="{00000000-0000-0000-0000-000000000000}"/>
          </ac:cxnSpMkLst>
        </pc:cxnChg>
        <pc:cxnChg chg="mod">
          <ac:chgData name="Nur Amira Abdul Majid" userId="415c50ea-8302-49a5-b3c9-07ac73726f6f" providerId="ADAL" clId="{9B7BB3C4-2623-4A6E-A733-FBC9AA5BDC28}" dt="2025-12-03T03:35:20.861" v="165" actId="14100"/>
          <ac:cxnSpMkLst>
            <pc:docMk/>
            <pc:sldMk cId="2294287709" sldId="354"/>
            <ac:cxnSpMk id="25" creationId="{00000000-0000-0000-0000-000000000000}"/>
          </ac:cxnSpMkLst>
        </pc:cxnChg>
        <pc:cxnChg chg="mod">
          <ac:chgData name="Nur Amira Abdul Majid" userId="415c50ea-8302-49a5-b3c9-07ac73726f6f" providerId="ADAL" clId="{9B7BB3C4-2623-4A6E-A733-FBC9AA5BDC28}" dt="2025-12-03T03:35:20.861" v="165" actId="14100"/>
          <ac:cxnSpMkLst>
            <pc:docMk/>
            <pc:sldMk cId="2294287709" sldId="354"/>
            <ac:cxnSpMk id="43" creationId="{00000000-0000-0000-0000-000000000000}"/>
          </ac:cxnSpMkLst>
        </pc:cxnChg>
        <pc:cxnChg chg="mod">
          <ac:chgData name="Nur Amira Abdul Majid" userId="415c50ea-8302-49a5-b3c9-07ac73726f6f" providerId="ADAL" clId="{9B7BB3C4-2623-4A6E-A733-FBC9AA5BDC28}" dt="2025-12-03T03:35:20.861" v="165" actId="14100"/>
          <ac:cxnSpMkLst>
            <pc:docMk/>
            <pc:sldMk cId="2294287709" sldId="354"/>
            <ac:cxnSpMk id="49" creationId="{00000000-0000-0000-0000-000000000000}"/>
          </ac:cxnSpMkLst>
        </pc:cxnChg>
        <pc:cxnChg chg="mod">
          <ac:chgData name="Nur Amira Abdul Majid" userId="415c50ea-8302-49a5-b3c9-07ac73726f6f" providerId="ADAL" clId="{9B7BB3C4-2623-4A6E-A733-FBC9AA5BDC28}" dt="2025-12-03T03:35:20.861" v="165" actId="14100"/>
          <ac:cxnSpMkLst>
            <pc:docMk/>
            <pc:sldMk cId="2294287709" sldId="354"/>
            <ac:cxnSpMk id="52" creationId="{00000000-0000-0000-0000-000000000000}"/>
          </ac:cxnSpMkLst>
        </pc:cxnChg>
        <pc:cxnChg chg="mod">
          <ac:chgData name="Nur Amira Abdul Majid" userId="415c50ea-8302-49a5-b3c9-07ac73726f6f" providerId="ADAL" clId="{9B7BB3C4-2623-4A6E-A733-FBC9AA5BDC28}" dt="2025-12-03T03:35:20.861" v="165" actId="14100"/>
          <ac:cxnSpMkLst>
            <pc:docMk/>
            <pc:sldMk cId="2294287709" sldId="354"/>
            <ac:cxnSpMk id="54" creationId="{EE96E0C2-9013-4023-B955-0E5C595B2F5B}"/>
          </ac:cxnSpMkLst>
        </pc:cxnChg>
      </pc:sldChg>
      <pc:sldChg chg="modSp add mod">
        <pc:chgData name="Nur Amira Abdul Majid" userId="415c50ea-8302-49a5-b3c9-07ac73726f6f" providerId="ADAL" clId="{9B7BB3C4-2623-4A6E-A733-FBC9AA5BDC28}" dt="2025-12-03T03:59:29.393" v="523" actId="14100"/>
        <pc:sldMkLst>
          <pc:docMk/>
          <pc:sldMk cId="3682827764" sldId="357"/>
        </pc:sldMkLst>
        <pc:spChg chg="mod">
          <ac:chgData name="Nur Amira Abdul Majid" userId="415c50ea-8302-49a5-b3c9-07ac73726f6f" providerId="ADAL" clId="{9B7BB3C4-2623-4A6E-A733-FBC9AA5BDC28}" dt="2025-12-03T03:59:29.393" v="523" actId="14100"/>
          <ac:spMkLst>
            <pc:docMk/>
            <pc:sldMk cId="3682827764" sldId="357"/>
            <ac:spMk id="6" creationId="{02363CC0-2CC9-4572-A7DB-7D3862EA9A6F}"/>
          </ac:spMkLst>
        </pc:spChg>
        <pc:spChg chg="mod">
          <ac:chgData name="Nur Amira Abdul Majid" userId="415c50ea-8302-49a5-b3c9-07ac73726f6f" providerId="ADAL" clId="{9B7BB3C4-2623-4A6E-A733-FBC9AA5BDC28}" dt="2025-12-03T03:59:22.629" v="521" actId="14100"/>
          <ac:spMkLst>
            <pc:docMk/>
            <pc:sldMk cId="3682827764" sldId="357"/>
            <ac:spMk id="201731" creationId="{00000000-0000-0000-0000-000000000000}"/>
          </ac:spMkLst>
        </pc:spChg>
      </pc:sldChg>
      <pc:sldChg chg="delSp modSp add mod">
        <pc:chgData name="Nur Amira Abdul Majid" userId="415c50ea-8302-49a5-b3c9-07ac73726f6f" providerId="ADAL" clId="{9B7BB3C4-2623-4A6E-A733-FBC9AA5BDC28}" dt="2025-12-03T04:48:29.511" v="528" actId="478"/>
        <pc:sldMkLst>
          <pc:docMk/>
          <pc:sldMk cId="2365023009" sldId="359"/>
        </pc:sldMkLst>
        <pc:spChg chg="del mod">
          <ac:chgData name="Nur Amira Abdul Majid" userId="415c50ea-8302-49a5-b3c9-07ac73726f6f" providerId="ADAL" clId="{9B7BB3C4-2623-4A6E-A733-FBC9AA5BDC28}" dt="2025-12-03T04:48:29.511" v="528" actId="478"/>
          <ac:spMkLst>
            <pc:docMk/>
            <pc:sldMk cId="2365023009" sldId="359"/>
            <ac:spMk id="4" creationId="{00000000-0000-0000-0000-000000000000}"/>
          </ac:spMkLst>
        </pc:spChg>
        <pc:picChg chg="mod">
          <ac:chgData name="Nur Amira Abdul Majid" userId="415c50ea-8302-49a5-b3c9-07ac73726f6f" providerId="ADAL" clId="{9B7BB3C4-2623-4A6E-A733-FBC9AA5BDC28}" dt="2025-12-03T03:59:40.265" v="525" actId="1076"/>
          <ac:picMkLst>
            <pc:docMk/>
            <pc:sldMk cId="2365023009" sldId="359"/>
            <ac:picMk id="3" creationId="{F18CB5A4-297D-4A50-B39D-0D2F053B5A6B}"/>
          </ac:picMkLst>
        </pc:picChg>
      </pc:sldChg>
      <pc:sldChg chg="modSp add mod">
        <pc:chgData name="Nur Amira Abdul Majid" userId="415c50ea-8302-49a5-b3c9-07ac73726f6f" providerId="ADAL" clId="{9B7BB3C4-2623-4A6E-A733-FBC9AA5BDC28}" dt="2025-12-03T04:55:38.219" v="596" actId="255"/>
        <pc:sldMkLst>
          <pc:docMk/>
          <pc:sldMk cId="3742785701" sldId="360"/>
        </pc:sldMkLst>
        <pc:spChg chg="mod">
          <ac:chgData name="Nur Amira Abdul Majid" userId="415c50ea-8302-49a5-b3c9-07ac73726f6f" providerId="ADAL" clId="{9B7BB3C4-2623-4A6E-A733-FBC9AA5BDC28}" dt="2025-12-03T04:54:21.458" v="569" actId="113"/>
          <ac:spMkLst>
            <pc:docMk/>
            <pc:sldMk cId="3742785701" sldId="360"/>
            <ac:spMk id="6" creationId="{02363CC0-2CC9-4572-A7DB-7D3862EA9A6F}"/>
          </ac:spMkLst>
        </pc:spChg>
        <pc:spChg chg="mod">
          <ac:chgData name="Nur Amira Abdul Majid" userId="415c50ea-8302-49a5-b3c9-07ac73726f6f" providerId="ADAL" clId="{9B7BB3C4-2623-4A6E-A733-FBC9AA5BDC28}" dt="2025-12-03T04:55:38.219" v="596" actId="255"/>
          <ac:spMkLst>
            <pc:docMk/>
            <pc:sldMk cId="3742785701" sldId="360"/>
            <ac:spMk id="201731" creationId="{00000000-0000-0000-0000-000000000000}"/>
          </ac:spMkLst>
        </pc:spChg>
      </pc:sldChg>
      <pc:sldChg chg="add del">
        <pc:chgData name="Nur Amira Abdul Majid" userId="415c50ea-8302-49a5-b3c9-07ac73726f6f" providerId="ADAL" clId="{9B7BB3C4-2623-4A6E-A733-FBC9AA5BDC28}" dt="2025-12-03T04:01:02.772" v="526" actId="47"/>
        <pc:sldMkLst>
          <pc:docMk/>
          <pc:sldMk cId="1680955087" sldId="362"/>
        </pc:sldMkLst>
      </pc:sldChg>
      <pc:sldChg chg="modSp add mod">
        <pc:chgData name="Nur Amira Abdul Majid" userId="415c50ea-8302-49a5-b3c9-07ac73726f6f" providerId="ADAL" clId="{9B7BB3C4-2623-4A6E-A733-FBC9AA5BDC28}" dt="2025-12-03T04:55:23.250" v="595" actId="255"/>
        <pc:sldMkLst>
          <pc:docMk/>
          <pc:sldMk cId="737563482" sldId="363"/>
        </pc:sldMkLst>
        <pc:spChg chg="mod">
          <ac:chgData name="Nur Amira Abdul Majid" userId="415c50ea-8302-49a5-b3c9-07ac73726f6f" providerId="ADAL" clId="{9B7BB3C4-2623-4A6E-A733-FBC9AA5BDC28}" dt="2025-12-03T04:55:23.250" v="595" actId="255"/>
          <ac:spMkLst>
            <pc:docMk/>
            <pc:sldMk cId="737563482" sldId="363"/>
            <ac:spMk id="11" creationId="{1601805E-0B2D-4B01-E10D-954ACC24D1D2}"/>
          </ac:spMkLst>
        </pc:spChg>
        <pc:spChg chg="mod">
          <ac:chgData name="Nur Amira Abdul Majid" userId="415c50ea-8302-49a5-b3c9-07ac73726f6f" providerId="ADAL" clId="{9B7BB3C4-2623-4A6E-A733-FBC9AA5BDC28}" dt="2025-12-03T04:55:08.046" v="593" actId="1076"/>
          <ac:spMkLst>
            <pc:docMk/>
            <pc:sldMk cId="737563482" sldId="363"/>
            <ac:spMk id="13" creationId="{CC45FEA3-EF67-DFF4-5666-94F7047FE89E}"/>
          </ac:spMkLst>
        </pc:spChg>
        <pc:spChg chg="mod">
          <ac:chgData name="Nur Amira Abdul Majid" userId="415c50ea-8302-49a5-b3c9-07ac73726f6f" providerId="ADAL" clId="{9B7BB3C4-2623-4A6E-A733-FBC9AA5BDC28}" dt="2025-12-03T03:19:39.027" v="52"/>
          <ac:spMkLst>
            <pc:docMk/>
            <pc:sldMk cId="737563482" sldId="363"/>
            <ac:spMk id="15" creationId="{6750E64B-ABF5-6092-AA34-C008E082F2C9}"/>
          </ac:spMkLst>
        </pc:spChg>
      </pc:sldChg>
      <pc:sldChg chg="addSp delSp modSp add mod">
        <pc:chgData name="Nur Amira Abdul Majid" userId="415c50ea-8302-49a5-b3c9-07ac73726f6f" providerId="ADAL" clId="{9B7BB3C4-2623-4A6E-A733-FBC9AA5BDC28}" dt="2025-12-03T04:56:42.370" v="603" actId="1076"/>
        <pc:sldMkLst>
          <pc:docMk/>
          <pc:sldMk cId="4098682186" sldId="364"/>
        </pc:sldMkLst>
        <pc:spChg chg="add del mod">
          <ac:chgData name="Nur Amira Abdul Majid" userId="415c50ea-8302-49a5-b3c9-07ac73726f6f" providerId="ADAL" clId="{9B7BB3C4-2623-4A6E-A733-FBC9AA5BDC28}" dt="2025-12-03T04:56:19.913" v="598" actId="478"/>
          <ac:spMkLst>
            <pc:docMk/>
            <pc:sldMk cId="4098682186" sldId="364"/>
            <ac:spMk id="2" creationId="{8CBF76E5-C86D-E679-EA4A-8E91AB37E30B}"/>
          </ac:spMkLst>
        </pc:spChg>
        <pc:spChg chg="add mod">
          <ac:chgData name="Nur Amira Abdul Majid" userId="415c50ea-8302-49a5-b3c9-07ac73726f6f" providerId="ADAL" clId="{9B7BB3C4-2623-4A6E-A733-FBC9AA5BDC28}" dt="2025-12-03T04:56:20.574" v="599"/>
          <ac:spMkLst>
            <pc:docMk/>
            <pc:sldMk cId="4098682186" sldId="364"/>
            <ac:spMk id="3" creationId="{ED08ADA4-E64D-6D0A-A7C4-B05DD5A00777}"/>
          </ac:spMkLst>
        </pc:spChg>
        <pc:spChg chg="del">
          <ac:chgData name="Nur Amira Abdul Majid" userId="415c50ea-8302-49a5-b3c9-07ac73726f6f" providerId="ADAL" clId="{9B7BB3C4-2623-4A6E-A733-FBC9AA5BDC28}" dt="2025-12-03T04:56:15.402" v="597" actId="478"/>
          <ac:spMkLst>
            <pc:docMk/>
            <pc:sldMk cId="4098682186" sldId="364"/>
            <ac:spMk id="11" creationId="{1601805E-0B2D-4B01-E10D-954ACC24D1D2}"/>
          </ac:spMkLst>
        </pc:spChg>
        <pc:spChg chg="mod">
          <ac:chgData name="Nur Amira Abdul Majid" userId="415c50ea-8302-49a5-b3c9-07ac73726f6f" providerId="ADAL" clId="{9B7BB3C4-2623-4A6E-A733-FBC9AA5BDC28}" dt="2025-12-03T04:56:42.370" v="603" actId="1076"/>
          <ac:spMkLst>
            <pc:docMk/>
            <pc:sldMk cId="4098682186" sldId="364"/>
            <ac:spMk id="13" creationId="{CC45FEA3-EF67-DFF4-5666-94F7047FE89E}"/>
          </ac:spMkLst>
        </pc:spChg>
        <pc:spChg chg="mod">
          <ac:chgData name="Nur Amira Abdul Majid" userId="415c50ea-8302-49a5-b3c9-07ac73726f6f" providerId="ADAL" clId="{9B7BB3C4-2623-4A6E-A733-FBC9AA5BDC28}" dt="2025-12-03T03:19:39.027" v="52"/>
          <ac:spMkLst>
            <pc:docMk/>
            <pc:sldMk cId="4098682186" sldId="364"/>
            <ac:spMk id="15" creationId="{6750E64B-ABF5-6092-AA34-C008E082F2C9}"/>
          </ac:spMkLst>
        </pc:spChg>
      </pc:sldChg>
      <pc:sldChg chg="addSp delSp modSp add">
        <pc:chgData name="Nur Amira Abdul Majid" userId="415c50ea-8302-49a5-b3c9-07ac73726f6f" providerId="ADAL" clId="{9B7BB3C4-2623-4A6E-A733-FBC9AA5BDC28}" dt="2025-12-03T04:57:11.060" v="608" actId="14100"/>
        <pc:sldMkLst>
          <pc:docMk/>
          <pc:sldMk cId="750276703" sldId="365"/>
        </pc:sldMkLst>
        <pc:spChg chg="add del mod">
          <ac:chgData name="Nur Amira Abdul Majid" userId="415c50ea-8302-49a5-b3c9-07ac73726f6f" providerId="ADAL" clId="{9B7BB3C4-2623-4A6E-A733-FBC9AA5BDC28}" dt="2025-12-03T04:57:04.309" v="605" actId="478"/>
          <ac:spMkLst>
            <pc:docMk/>
            <pc:sldMk cId="750276703" sldId="365"/>
            <ac:spMk id="2" creationId="{C93CE7BC-0802-71A0-8B9F-CE95E20C8035}"/>
          </ac:spMkLst>
        </pc:spChg>
        <pc:spChg chg="add mod">
          <ac:chgData name="Nur Amira Abdul Majid" userId="415c50ea-8302-49a5-b3c9-07ac73726f6f" providerId="ADAL" clId="{9B7BB3C4-2623-4A6E-A733-FBC9AA5BDC28}" dt="2025-12-03T04:57:05.102" v="606"/>
          <ac:spMkLst>
            <pc:docMk/>
            <pc:sldMk cId="750276703" sldId="365"/>
            <ac:spMk id="3" creationId="{116EA66C-0394-440A-45AA-A7ECB1C9EE94}"/>
          </ac:spMkLst>
        </pc:spChg>
        <pc:spChg chg="del">
          <ac:chgData name="Nur Amira Abdul Majid" userId="415c50ea-8302-49a5-b3c9-07ac73726f6f" providerId="ADAL" clId="{9B7BB3C4-2623-4A6E-A733-FBC9AA5BDC28}" dt="2025-12-03T04:57:02.540" v="604" actId="478"/>
          <ac:spMkLst>
            <pc:docMk/>
            <pc:sldMk cId="750276703" sldId="365"/>
            <ac:spMk id="11" creationId="{1601805E-0B2D-4B01-E10D-954ACC24D1D2}"/>
          </ac:spMkLst>
        </pc:spChg>
        <pc:spChg chg="mod">
          <ac:chgData name="Nur Amira Abdul Majid" userId="415c50ea-8302-49a5-b3c9-07ac73726f6f" providerId="ADAL" clId="{9B7BB3C4-2623-4A6E-A733-FBC9AA5BDC28}" dt="2025-12-03T04:57:11.060" v="608" actId="14100"/>
          <ac:spMkLst>
            <pc:docMk/>
            <pc:sldMk cId="750276703" sldId="365"/>
            <ac:spMk id="13" creationId="{CC45FEA3-EF67-DFF4-5666-94F7047FE89E}"/>
          </ac:spMkLst>
        </pc:spChg>
        <pc:spChg chg="mod">
          <ac:chgData name="Nur Amira Abdul Majid" userId="415c50ea-8302-49a5-b3c9-07ac73726f6f" providerId="ADAL" clId="{9B7BB3C4-2623-4A6E-A733-FBC9AA5BDC28}" dt="2025-12-03T03:19:39.027" v="52"/>
          <ac:spMkLst>
            <pc:docMk/>
            <pc:sldMk cId="750276703" sldId="365"/>
            <ac:spMk id="15" creationId="{6750E64B-ABF5-6092-AA34-C008E082F2C9}"/>
          </ac:spMkLst>
        </pc:spChg>
      </pc:sldChg>
      <pc:sldChg chg="modSp add mod">
        <pc:chgData name="Nur Amira Abdul Majid" userId="415c50ea-8302-49a5-b3c9-07ac73726f6f" providerId="ADAL" clId="{9B7BB3C4-2623-4A6E-A733-FBC9AA5BDC28}" dt="2025-12-03T03:20:56.434" v="68" actId="14100"/>
        <pc:sldMkLst>
          <pc:docMk/>
          <pc:sldMk cId="1534992448" sldId="368"/>
        </pc:sldMkLst>
        <pc:spChg chg="mod">
          <ac:chgData name="Nur Amira Abdul Majid" userId="415c50ea-8302-49a5-b3c9-07ac73726f6f" providerId="ADAL" clId="{9B7BB3C4-2623-4A6E-A733-FBC9AA5BDC28}" dt="2025-12-03T03:20:16.574" v="56" actId="14100"/>
          <ac:spMkLst>
            <pc:docMk/>
            <pc:sldMk cId="1534992448" sldId="368"/>
            <ac:spMk id="2" creationId="{681183B7-EF1A-33B9-D734-C2E6876A0B5B}"/>
          </ac:spMkLst>
        </pc:spChg>
        <pc:spChg chg="mod">
          <ac:chgData name="Nur Amira Abdul Majid" userId="415c50ea-8302-49a5-b3c9-07ac73726f6f" providerId="ADAL" clId="{9B7BB3C4-2623-4A6E-A733-FBC9AA5BDC28}" dt="2025-12-03T03:20:56.434" v="68" actId="14100"/>
          <ac:spMkLst>
            <pc:docMk/>
            <pc:sldMk cId="1534992448" sldId="368"/>
            <ac:spMk id="3" creationId="{94F331D5-D9D2-79CB-DDFE-FAC623C345DC}"/>
          </ac:spMkLst>
        </pc:spChg>
        <pc:spChg chg="mod">
          <ac:chgData name="Nur Amira Abdul Majid" userId="415c50ea-8302-49a5-b3c9-07ac73726f6f" providerId="ADAL" clId="{9B7BB3C4-2623-4A6E-A733-FBC9AA5BDC28}" dt="2025-12-03T03:19:39.027" v="52"/>
          <ac:spMkLst>
            <pc:docMk/>
            <pc:sldMk cId="1534992448" sldId="368"/>
            <ac:spMk id="4" creationId="{DC6591C0-5437-88AE-CF39-5A0E59D944CB}"/>
          </ac:spMkLst>
        </pc:spChg>
        <pc:picChg chg="mod">
          <ac:chgData name="Nur Amira Abdul Majid" userId="415c50ea-8302-49a5-b3c9-07ac73726f6f" providerId="ADAL" clId="{9B7BB3C4-2623-4A6E-A733-FBC9AA5BDC28}" dt="2025-12-03T03:20:27.978" v="58" actId="1076"/>
          <ac:picMkLst>
            <pc:docMk/>
            <pc:sldMk cId="1534992448" sldId="368"/>
            <ac:picMk id="5" creationId="{43F6800B-FEBB-46E7-BC77-740F6D1CF571}"/>
          </ac:picMkLst>
        </pc:picChg>
        <pc:picChg chg="mod">
          <ac:chgData name="Nur Amira Abdul Majid" userId="415c50ea-8302-49a5-b3c9-07ac73726f6f" providerId="ADAL" clId="{9B7BB3C4-2623-4A6E-A733-FBC9AA5BDC28}" dt="2025-12-03T03:20:27.978" v="58" actId="1076"/>
          <ac:picMkLst>
            <pc:docMk/>
            <pc:sldMk cId="1534992448" sldId="368"/>
            <ac:picMk id="6" creationId="{0742DC96-7D68-F9CA-C540-6363D38D3DA7}"/>
          </ac:picMkLst>
        </pc:picChg>
        <pc:picChg chg="mod">
          <ac:chgData name="Nur Amira Abdul Majid" userId="415c50ea-8302-49a5-b3c9-07ac73726f6f" providerId="ADAL" clId="{9B7BB3C4-2623-4A6E-A733-FBC9AA5BDC28}" dt="2025-12-03T03:20:27.978" v="58" actId="1076"/>
          <ac:picMkLst>
            <pc:docMk/>
            <pc:sldMk cId="1534992448" sldId="368"/>
            <ac:picMk id="1026" creationId="{B4607A11-8E30-EBAF-EEF4-18308FB77051}"/>
          </ac:picMkLst>
        </pc:picChg>
        <pc:picChg chg="mod">
          <ac:chgData name="Nur Amira Abdul Majid" userId="415c50ea-8302-49a5-b3c9-07ac73726f6f" providerId="ADAL" clId="{9B7BB3C4-2623-4A6E-A733-FBC9AA5BDC28}" dt="2025-12-03T03:20:27.978" v="58" actId="1076"/>
          <ac:picMkLst>
            <pc:docMk/>
            <pc:sldMk cId="1534992448" sldId="368"/>
            <ac:picMk id="1028" creationId="{508B48CF-2E82-0E8C-CA0E-1B86A8B4D3DB}"/>
          </ac:picMkLst>
        </pc:picChg>
        <pc:picChg chg="mod">
          <ac:chgData name="Nur Amira Abdul Majid" userId="415c50ea-8302-49a5-b3c9-07ac73726f6f" providerId="ADAL" clId="{9B7BB3C4-2623-4A6E-A733-FBC9AA5BDC28}" dt="2025-12-03T03:20:27.978" v="58" actId="1076"/>
          <ac:picMkLst>
            <pc:docMk/>
            <pc:sldMk cId="1534992448" sldId="368"/>
            <ac:picMk id="1034" creationId="{3DCCCFBD-1766-92FC-7B52-D3B659115A5E}"/>
          </ac:picMkLst>
        </pc:picChg>
      </pc:sldChg>
      <pc:sldChg chg="addSp delSp modSp add mod">
        <pc:chgData name="Nur Amira Abdul Majid" userId="415c50ea-8302-49a5-b3c9-07ac73726f6f" providerId="ADAL" clId="{9B7BB3C4-2623-4A6E-A733-FBC9AA5BDC28}" dt="2025-12-03T03:53:32.298" v="394" actId="1076"/>
        <pc:sldMkLst>
          <pc:docMk/>
          <pc:sldMk cId="2691407950" sldId="372"/>
        </pc:sldMkLst>
        <pc:spChg chg="del mod">
          <ac:chgData name="Nur Amira Abdul Majid" userId="415c50ea-8302-49a5-b3c9-07ac73726f6f" providerId="ADAL" clId="{9B7BB3C4-2623-4A6E-A733-FBC9AA5BDC28}" dt="2025-12-03T03:51:12.188" v="371" actId="478"/>
          <ac:spMkLst>
            <pc:docMk/>
            <pc:sldMk cId="2691407950" sldId="372"/>
            <ac:spMk id="2" creationId="{18B1FE17-F7A3-F707-2BEB-4654B526EACC}"/>
          </ac:spMkLst>
        </pc:spChg>
        <pc:spChg chg="mod">
          <ac:chgData name="Nur Amira Abdul Majid" userId="415c50ea-8302-49a5-b3c9-07ac73726f6f" providerId="ADAL" clId="{9B7BB3C4-2623-4A6E-A733-FBC9AA5BDC28}" dt="2025-12-03T03:53:32.298" v="394" actId="1076"/>
          <ac:spMkLst>
            <pc:docMk/>
            <pc:sldMk cId="2691407950" sldId="372"/>
            <ac:spMk id="3" creationId="{17A1D22A-0C2C-6886-F245-978B1AA679B7}"/>
          </ac:spMkLst>
        </pc:spChg>
        <pc:spChg chg="mod">
          <ac:chgData name="Nur Amira Abdul Majid" userId="415c50ea-8302-49a5-b3c9-07ac73726f6f" providerId="ADAL" clId="{9B7BB3C4-2623-4A6E-A733-FBC9AA5BDC28}" dt="2025-12-03T03:19:39.027" v="52"/>
          <ac:spMkLst>
            <pc:docMk/>
            <pc:sldMk cId="2691407950" sldId="372"/>
            <ac:spMk id="4" creationId="{18CB77CE-1175-50B6-C9AF-A2761B53C25B}"/>
          </ac:spMkLst>
        </pc:spChg>
        <pc:spChg chg="add del mod">
          <ac:chgData name="Nur Amira Abdul Majid" userId="415c50ea-8302-49a5-b3c9-07ac73726f6f" providerId="ADAL" clId="{9B7BB3C4-2623-4A6E-A733-FBC9AA5BDC28}" dt="2025-12-03T03:51:14.743" v="372" actId="478"/>
          <ac:spMkLst>
            <pc:docMk/>
            <pc:sldMk cId="2691407950" sldId="372"/>
            <ac:spMk id="6" creationId="{5F60A2EB-4AED-3182-C935-0056050C2499}"/>
          </ac:spMkLst>
        </pc:spChg>
        <pc:spChg chg="add mod">
          <ac:chgData name="Nur Amira Abdul Majid" userId="415c50ea-8302-49a5-b3c9-07ac73726f6f" providerId="ADAL" clId="{9B7BB3C4-2623-4A6E-A733-FBC9AA5BDC28}" dt="2025-12-03T03:51:15.562" v="373"/>
          <ac:spMkLst>
            <pc:docMk/>
            <pc:sldMk cId="2691407950" sldId="372"/>
            <ac:spMk id="7" creationId="{444D2261-ACB6-D3A4-5E19-F9FC33EB1203}"/>
          </ac:spMkLst>
        </pc:spChg>
        <pc:picChg chg="del">
          <ac:chgData name="Nur Amira Abdul Majid" userId="415c50ea-8302-49a5-b3c9-07ac73726f6f" providerId="ADAL" clId="{9B7BB3C4-2623-4A6E-A733-FBC9AA5BDC28}" dt="2025-12-03T03:51:46.840" v="375" actId="478"/>
          <ac:picMkLst>
            <pc:docMk/>
            <pc:sldMk cId="2691407950" sldId="372"/>
            <ac:picMk id="5" creationId="{E6B0B823-23FC-1C66-3B82-1DC6A7F09175}"/>
          </ac:picMkLst>
        </pc:picChg>
        <pc:picChg chg="add mod">
          <ac:chgData name="Nur Amira Abdul Majid" userId="415c50ea-8302-49a5-b3c9-07ac73726f6f" providerId="ADAL" clId="{9B7BB3C4-2623-4A6E-A733-FBC9AA5BDC28}" dt="2025-12-03T03:53:32.298" v="394" actId="1076"/>
          <ac:picMkLst>
            <pc:docMk/>
            <pc:sldMk cId="2691407950" sldId="372"/>
            <ac:picMk id="1026" creationId="{754252DE-644C-AC33-ABA0-7B52B99096A2}"/>
          </ac:picMkLst>
        </pc:picChg>
      </pc:sldChg>
      <pc:sldChg chg="modSp add mod">
        <pc:chgData name="Nur Amira Abdul Majid" userId="415c50ea-8302-49a5-b3c9-07ac73726f6f" providerId="ADAL" clId="{9B7BB3C4-2623-4A6E-A733-FBC9AA5BDC28}" dt="2025-12-03T03:54:45.649" v="436" actId="1076"/>
        <pc:sldMkLst>
          <pc:docMk/>
          <pc:sldMk cId="2424778133" sldId="374"/>
        </pc:sldMkLst>
        <pc:spChg chg="mod">
          <ac:chgData name="Nur Amira Abdul Majid" userId="415c50ea-8302-49a5-b3c9-07ac73726f6f" providerId="ADAL" clId="{9B7BB3C4-2623-4A6E-A733-FBC9AA5BDC28}" dt="2025-12-03T03:54:29.677" v="431" actId="14100"/>
          <ac:spMkLst>
            <pc:docMk/>
            <pc:sldMk cId="2424778133" sldId="374"/>
            <ac:spMk id="2" creationId="{E0FE75C8-AF85-C0DE-C2A0-623ADEB794FE}"/>
          </ac:spMkLst>
        </pc:spChg>
        <pc:spChg chg="mod">
          <ac:chgData name="Nur Amira Abdul Majid" userId="415c50ea-8302-49a5-b3c9-07ac73726f6f" providerId="ADAL" clId="{9B7BB3C4-2623-4A6E-A733-FBC9AA5BDC28}" dt="2025-12-03T03:54:45.649" v="436" actId="1076"/>
          <ac:spMkLst>
            <pc:docMk/>
            <pc:sldMk cId="2424778133" sldId="374"/>
            <ac:spMk id="3" creationId="{E436C461-38CD-4402-97C0-BD609023F7ED}"/>
          </ac:spMkLst>
        </pc:spChg>
        <pc:spChg chg="mod">
          <ac:chgData name="Nur Amira Abdul Majid" userId="415c50ea-8302-49a5-b3c9-07ac73726f6f" providerId="ADAL" clId="{9B7BB3C4-2623-4A6E-A733-FBC9AA5BDC28}" dt="2025-12-03T03:19:39.027" v="52"/>
          <ac:spMkLst>
            <pc:docMk/>
            <pc:sldMk cId="2424778133" sldId="374"/>
            <ac:spMk id="4" creationId="{E22FE4FB-F7E7-AEE8-B536-5B1FFA320862}"/>
          </ac:spMkLst>
        </pc:spChg>
      </pc:sldChg>
      <pc:sldChg chg="modSp add">
        <pc:chgData name="Nur Amira Abdul Majid" userId="415c50ea-8302-49a5-b3c9-07ac73726f6f" providerId="ADAL" clId="{9B7BB3C4-2623-4A6E-A733-FBC9AA5BDC28}" dt="2025-12-03T05:05:42.716" v="711" actId="14100"/>
        <pc:sldMkLst>
          <pc:docMk/>
          <pc:sldMk cId="2545673003" sldId="375"/>
        </pc:sldMkLst>
        <pc:spChg chg="mod">
          <ac:chgData name="Nur Amira Abdul Majid" userId="415c50ea-8302-49a5-b3c9-07ac73726f6f" providerId="ADAL" clId="{9B7BB3C4-2623-4A6E-A733-FBC9AA5BDC28}" dt="2025-12-03T05:05:37.110" v="709" actId="14100"/>
          <ac:spMkLst>
            <pc:docMk/>
            <pc:sldMk cId="2545673003" sldId="375"/>
            <ac:spMk id="6" creationId="{11D54387-1F47-3242-4C7D-F3E83FAD0348}"/>
          </ac:spMkLst>
        </pc:spChg>
        <pc:spChg chg="mod">
          <ac:chgData name="Nur Amira Abdul Majid" userId="415c50ea-8302-49a5-b3c9-07ac73726f6f" providerId="ADAL" clId="{9B7BB3C4-2623-4A6E-A733-FBC9AA5BDC28}" dt="2025-12-03T05:05:42.716" v="711" actId="14100"/>
          <ac:spMkLst>
            <pc:docMk/>
            <pc:sldMk cId="2545673003" sldId="375"/>
            <ac:spMk id="7" creationId="{BE98DB95-0CC5-1A44-F4F0-2111CEAD4F1F}"/>
          </ac:spMkLst>
        </pc:spChg>
      </pc:sldChg>
      <pc:sldChg chg="modSp add">
        <pc:chgData name="Nur Amira Abdul Majid" userId="415c50ea-8302-49a5-b3c9-07ac73726f6f" providerId="ADAL" clId="{9B7BB3C4-2623-4A6E-A733-FBC9AA5BDC28}" dt="2025-12-03T05:06:42.712" v="715" actId="14100"/>
        <pc:sldMkLst>
          <pc:docMk/>
          <pc:sldMk cId="4095048978" sldId="376"/>
        </pc:sldMkLst>
        <pc:spChg chg="mod">
          <ac:chgData name="Nur Amira Abdul Majid" userId="415c50ea-8302-49a5-b3c9-07ac73726f6f" providerId="ADAL" clId="{9B7BB3C4-2623-4A6E-A733-FBC9AA5BDC28}" dt="2025-12-03T05:06:42.712" v="715" actId="14100"/>
          <ac:spMkLst>
            <pc:docMk/>
            <pc:sldMk cId="4095048978" sldId="376"/>
            <ac:spMk id="2" creationId="{D47A7BE1-C9DC-99CD-E21C-BFC6D2DAB60F}"/>
          </ac:spMkLst>
        </pc:spChg>
        <pc:spChg chg="mod">
          <ac:chgData name="Nur Amira Abdul Majid" userId="415c50ea-8302-49a5-b3c9-07ac73726f6f" providerId="ADAL" clId="{9B7BB3C4-2623-4A6E-A733-FBC9AA5BDC28}" dt="2025-12-03T03:19:39.027" v="52"/>
          <ac:spMkLst>
            <pc:docMk/>
            <pc:sldMk cId="4095048978" sldId="376"/>
            <ac:spMk id="4" creationId="{05975210-3679-3663-4473-DB35CBEF2ACC}"/>
          </ac:spMkLst>
        </pc:spChg>
        <pc:spChg chg="mod">
          <ac:chgData name="Nur Amira Abdul Majid" userId="415c50ea-8302-49a5-b3c9-07ac73726f6f" providerId="ADAL" clId="{9B7BB3C4-2623-4A6E-A733-FBC9AA5BDC28}" dt="2025-12-03T05:06:01.216" v="713" actId="14100"/>
          <ac:spMkLst>
            <pc:docMk/>
            <pc:sldMk cId="4095048978" sldId="376"/>
            <ac:spMk id="5" creationId="{F3F2FA3E-3784-5DB5-2B9E-A105C21CF04B}"/>
          </ac:spMkLst>
        </pc:spChg>
        <pc:spChg chg="mod">
          <ac:chgData name="Nur Amira Abdul Majid" userId="415c50ea-8302-49a5-b3c9-07ac73726f6f" providerId="ADAL" clId="{9B7BB3C4-2623-4A6E-A733-FBC9AA5BDC28}" dt="2025-12-03T05:06:01.216" v="713" actId="14100"/>
          <ac:spMkLst>
            <pc:docMk/>
            <pc:sldMk cId="4095048978" sldId="376"/>
            <ac:spMk id="6" creationId="{49A75580-965C-0E20-48BB-5B207B1A92F4}"/>
          </ac:spMkLst>
        </pc:spChg>
      </pc:sldChg>
      <pc:sldChg chg="addSp delSp modSp add mod">
        <pc:chgData name="Nur Amira Abdul Majid" userId="415c50ea-8302-49a5-b3c9-07ac73726f6f" providerId="ADAL" clId="{9B7BB3C4-2623-4A6E-A733-FBC9AA5BDC28}" dt="2025-12-03T05:08:17.693" v="720" actId="1076"/>
        <pc:sldMkLst>
          <pc:docMk/>
          <pc:sldMk cId="3052272126" sldId="377"/>
        </pc:sldMkLst>
        <pc:spChg chg="del">
          <ac:chgData name="Nur Amira Abdul Majid" userId="415c50ea-8302-49a5-b3c9-07ac73726f6f" providerId="ADAL" clId="{9B7BB3C4-2623-4A6E-A733-FBC9AA5BDC28}" dt="2025-12-03T05:07:04.029" v="716" actId="478"/>
          <ac:spMkLst>
            <pc:docMk/>
            <pc:sldMk cId="3052272126" sldId="377"/>
            <ac:spMk id="2" creationId="{55BCD6BA-88DE-CB20-0D38-747F3E3DE78C}"/>
          </ac:spMkLst>
        </pc:spChg>
        <pc:spChg chg="mod">
          <ac:chgData name="Nur Amira Abdul Majid" userId="415c50ea-8302-49a5-b3c9-07ac73726f6f" providerId="ADAL" clId="{9B7BB3C4-2623-4A6E-A733-FBC9AA5BDC28}" dt="2025-12-03T05:08:08.507" v="719" actId="1076"/>
          <ac:spMkLst>
            <pc:docMk/>
            <pc:sldMk cId="3052272126" sldId="377"/>
            <ac:spMk id="3" creationId="{33D6B950-742B-391F-BEB7-E2B6C7E50933}"/>
          </ac:spMkLst>
        </pc:spChg>
        <pc:spChg chg="mod">
          <ac:chgData name="Nur Amira Abdul Majid" userId="415c50ea-8302-49a5-b3c9-07ac73726f6f" providerId="ADAL" clId="{9B7BB3C4-2623-4A6E-A733-FBC9AA5BDC28}" dt="2025-12-03T03:19:39.027" v="52"/>
          <ac:spMkLst>
            <pc:docMk/>
            <pc:sldMk cId="3052272126" sldId="377"/>
            <ac:spMk id="4" creationId="{1D60C20D-C432-853A-4362-7857BEECFEB8}"/>
          </ac:spMkLst>
        </pc:spChg>
        <pc:spChg chg="mod">
          <ac:chgData name="Nur Amira Abdul Majid" userId="415c50ea-8302-49a5-b3c9-07ac73726f6f" providerId="ADAL" clId="{9B7BB3C4-2623-4A6E-A733-FBC9AA5BDC28}" dt="2025-12-03T05:08:17.693" v="720" actId="1076"/>
          <ac:spMkLst>
            <pc:docMk/>
            <pc:sldMk cId="3052272126" sldId="377"/>
            <ac:spMk id="7" creationId="{B93DF8AA-51C4-55D8-3448-94573BD2F4C8}"/>
          </ac:spMkLst>
        </pc:spChg>
        <pc:spChg chg="add del mod">
          <ac:chgData name="Nur Amira Abdul Majid" userId="415c50ea-8302-49a5-b3c9-07ac73726f6f" providerId="ADAL" clId="{9B7BB3C4-2623-4A6E-A733-FBC9AA5BDC28}" dt="2025-12-03T05:07:06.827" v="717" actId="478"/>
          <ac:spMkLst>
            <pc:docMk/>
            <pc:sldMk cId="3052272126" sldId="377"/>
            <ac:spMk id="8" creationId="{599D769D-FA97-F05C-966A-E31FAF54F823}"/>
          </ac:spMkLst>
        </pc:spChg>
        <pc:spChg chg="add mod">
          <ac:chgData name="Nur Amira Abdul Majid" userId="415c50ea-8302-49a5-b3c9-07ac73726f6f" providerId="ADAL" clId="{9B7BB3C4-2623-4A6E-A733-FBC9AA5BDC28}" dt="2025-12-03T05:07:14.579" v="718"/>
          <ac:spMkLst>
            <pc:docMk/>
            <pc:sldMk cId="3052272126" sldId="377"/>
            <ac:spMk id="9" creationId="{C2F0B6BF-D589-DC33-ED18-A782EA080202}"/>
          </ac:spMkLst>
        </pc:spChg>
        <pc:picChg chg="mod">
          <ac:chgData name="Nur Amira Abdul Majid" userId="415c50ea-8302-49a5-b3c9-07ac73726f6f" providerId="ADAL" clId="{9B7BB3C4-2623-4A6E-A733-FBC9AA5BDC28}" dt="2025-12-03T05:08:17.693" v="720" actId="1076"/>
          <ac:picMkLst>
            <pc:docMk/>
            <pc:sldMk cId="3052272126" sldId="377"/>
            <ac:picMk id="5" creationId="{14437E12-B3B3-4821-3BAB-1289A3038347}"/>
          </ac:picMkLst>
        </pc:picChg>
        <pc:picChg chg="mod">
          <ac:chgData name="Nur Amira Abdul Majid" userId="415c50ea-8302-49a5-b3c9-07ac73726f6f" providerId="ADAL" clId="{9B7BB3C4-2623-4A6E-A733-FBC9AA5BDC28}" dt="2025-12-03T05:08:17.693" v="720" actId="1076"/>
          <ac:picMkLst>
            <pc:docMk/>
            <pc:sldMk cId="3052272126" sldId="377"/>
            <ac:picMk id="6" creationId="{104581B6-2D46-8C6C-13AB-53C70B4945B3}"/>
          </ac:picMkLst>
        </pc:picChg>
      </pc:sldChg>
      <pc:sldChg chg="addSp delSp modSp add mod">
        <pc:chgData name="Nur Amira Abdul Majid" userId="415c50ea-8302-49a5-b3c9-07ac73726f6f" providerId="ADAL" clId="{9B7BB3C4-2623-4A6E-A733-FBC9AA5BDC28}" dt="2025-12-03T05:10:06.829" v="727" actId="1076"/>
        <pc:sldMkLst>
          <pc:docMk/>
          <pc:sldMk cId="1478972446" sldId="378"/>
        </pc:sldMkLst>
        <pc:spChg chg="del">
          <ac:chgData name="Nur Amira Abdul Majid" userId="415c50ea-8302-49a5-b3c9-07ac73726f6f" providerId="ADAL" clId="{9B7BB3C4-2623-4A6E-A733-FBC9AA5BDC28}" dt="2025-12-03T05:09:27.097" v="721" actId="478"/>
          <ac:spMkLst>
            <pc:docMk/>
            <pc:sldMk cId="1478972446" sldId="378"/>
            <ac:spMk id="2" creationId="{F203D8B3-AF93-3925-DF69-9D7F6D1EA01A}"/>
          </ac:spMkLst>
        </pc:spChg>
        <pc:spChg chg="mod">
          <ac:chgData name="Nur Amira Abdul Majid" userId="415c50ea-8302-49a5-b3c9-07ac73726f6f" providerId="ADAL" clId="{9B7BB3C4-2623-4A6E-A733-FBC9AA5BDC28}" dt="2025-12-03T05:09:57.041" v="724" actId="1076"/>
          <ac:spMkLst>
            <pc:docMk/>
            <pc:sldMk cId="1478972446" sldId="378"/>
            <ac:spMk id="3" creationId="{63F4747D-BD8D-6656-17AC-CAF5B619C946}"/>
          </ac:spMkLst>
        </pc:spChg>
        <pc:spChg chg="mod">
          <ac:chgData name="Nur Amira Abdul Majid" userId="415c50ea-8302-49a5-b3c9-07ac73726f6f" providerId="ADAL" clId="{9B7BB3C4-2623-4A6E-A733-FBC9AA5BDC28}" dt="2025-12-03T03:19:39.027" v="52"/>
          <ac:spMkLst>
            <pc:docMk/>
            <pc:sldMk cId="1478972446" sldId="378"/>
            <ac:spMk id="4" creationId="{9EABA054-3250-79FB-4B22-ADA23ECFEF87}"/>
          </ac:spMkLst>
        </pc:spChg>
        <pc:spChg chg="add del mod">
          <ac:chgData name="Nur Amira Abdul Majid" userId="415c50ea-8302-49a5-b3c9-07ac73726f6f" providerId="ADAL" clId="{9B7BB3C4-2623-4A6E-A733-FBC9AA5BDC28}" dt="2025-12-03T05:09:29.345" v="722" actId="478"/>
          <ac:spMkLst>
            <pc:docMk/>
            <pc:sldMk cId="1478972446" sldId="378"/>
            <ac:spMk id="5" creationId="{09A90F83-8145-7C28-6E62-0629567F15B6}"/>
          </ac:spMkLst>
        </pc:spChg>
        <pc:spChg chg="add mod">
          <ac:chgData name="Nur Amira Abdul Majid" userId="415c50ea-8302-49a5-b3c9-07ac73726f6f" providerId="ADAL" clId="{9B7BB3C4-2623-4A6E-A733-FBC9AA5BDC28}" dt="2025-12-03T05:09:52.915" v="723"/>
          <ac:spMkLst>
            <pc:docMk/>
            <pc:sldMk cId="1478972446" sldId="378"/>
            <ac:spMk id="6" creationId="{CBBFA94A-8970-5B4D-62A3-5756A7A41C26}"/>
          </ac:spMkLst>
        </pc:spChg>
        <pc:picChg chg="mod">
          <ac:chgData name="Nur Amira Abdul Majid" userId="415c50ea-8302-49a5-b3c9-07ac73726f6f" providerId="ADAL" clId="{9B7BB3C4-2623-4A6E-A733-FBC9AA5BDC28}" dt="2025-12-03T05:10:06.829" v="727" actId="1076"/>
          <ac:picMkLst>
            <pc:docMk/>
            <pc:sldMk cId="1478972446" sldId="378"/>
            <ac:picMk id="10" creationId="{9AC60952-DAA3-4B63-8134-A49C6F0E5109}"/>
          </ac:picMkLst>
        </pc:picChg>
      </pc:sldChg>
      <pc:sldChg chg="modSp add">
        <pc:chgData name="Nur Amira Abdul Majid" userId="415c50ea-8302-49a5-b3c9-07ac73726f6f" providerId="ADAL" clId="{9B7BB3C4-2623-4A6E-A733-FBC9AA5BDC28}" dt="2025-12-03T03:19:39.027" v="52"/>
        <pc:sldMkLst>
          <pc:docMk/>
          <pc:sldMk cId="2983748576" sldId="379"/>
        </pc:sldMkLst>
        <pc:spChg chg="mod">
          <ac:chgData name="Nur Amira Abdul Majid" userId="415c50ea-8302-49a5-b3c9-07ac73726f6f" providerId="ADAL" clId="{9B7BB3C4-2623-4A6E-A733-FBC9AA5BDC28}" dt="2025-12-03T03:19:39.027" v="52"/>
          <ac:spMkLst>
            <pc:docMk/>
            <pc:sldMk cId="2983748576" sldId="379"/>
            <ac:spMk id="4" creationId="{D6B38F90-22C8-A69D-1C7B-54D9D0965034}"/>
          </ac:spMkLst>
        </pc:spChg>
      </pc:sldChg>
      <pc:sldChg chg="modSp add del">
        <pc:chgData name="Nur Amira Abdul Majid" userId="415c50ea-8302-49a5-b3c9-07ac73726f6f" providerId="ADAL" clId="{9B7BB3C4-2623-4A6E-A733-FBC9AA5BDC28}" dt="2025-12-03T03:55:29.343" v="439" actId="2696"/>
        <pc:sldMkLst>
          <pc:docMk/>
          <pc:sldMk cId="1441188916" sldId="382"/>
        </pc:sldMkLst>
        <pc:spChg chg="mod">
          <ac:chgData name="Nur Amira Abdul Majid" userId="415c50ea-8302-49a5-b3c9-07ac73726f6f" providerId="ADAL" clId="{9B7BB3C4-2623-4A6E-A733-FBC9AA5BDC28}" dt="2025-12-03T03:19:39.027" v="52"/>
          <ac:spMkLst>
            <pc:docMk/>
            <pc:sldMk cId="1441188916" sldId="382"/>
            <ac:spMk id="4" creationId="{E22FE4FB-F7E7-AEE8-B536-5B1FFA320862}"/>
          </ac:spMkLst>
        </pc:spChg>
      </pc:sldChg>
      <pc:sldChg chg="modSp add del mod">
        <pc:chgData name="Nur Amira Abdul Majid" userId="415c50ea-8302-49a5-b3c9-07ac73726f6f" providerId="ADAL" clId="{9B7BB3C4-2623-4A6E-A733-FBC9AA5BDC28}" dt="2025-12-03T03:55:58.325" v="445" actId="47"/>
        <pc:sldMkLst>
          <pc:docMk/>
          <pc:sldMk cId="4214898863" sldId="383"/>
        </pc:sldMkLst>
        <pc:spChg chg="mod">
          <ac:chgData name="Nur Amira Abdul Majid" userId="415c50ea-8302-49a5-b3c9-07ac73726f6f" providerId="ADAL" clId="{9B7BB3C4-2623-4A6E-A733-FBC9AA5BDC28}" dt="2025-12-03T03:19:39.186" v="53" actId="27636"/>
          <ac:spMkLst>
            <pc:docMk/>
            <pc:sldMk cId="4214898863" sldId="383"/>
            <ac:spMk id="3" creationId="{E436C461-38CD-4402-97C0-BD609023F7ED}"/>
          </ac:spMkLst>
        </pc:spChg>
        <pc:spChg chg="mod">
          <ac:chgData name="Nur Amira Abdul Majid" userId="415c50ea-8302-49a5-b3c9-07ac73726f6f" providerId="ADAL" clId="{9B7BB3C4-2623-4A6E-A733-FBC9AA5BDC28}" dt="2025-12-03T03:19:39.027" v="52"/>
          <ac:spMkLst>
            <pc:docMk/>
            <pc:sldMk cId="4214898863" sldId="383"/>
            <ac:spMk id="4" creationId="{E22FE4FB-F7E7-AEE8-B536-5B1FFA320862}"/>
          </ac:spMkLst>
        </pc:spChg>
      </pc:sldChg>
      <pc:sldChg chg="modSp add del">
        <pc:chgData name="Nur Amira Abdul Majid" userId="415c50ea-8302-49a5-b3c9-07ac73726f6f" providerId="ADAL" clId="{9B7BB3C4-2623-4A6E-A733-FBC9AA5BDC28}" dt="2025-12-03T03:56:38.605" v="451" actId="47"/>
        <pc:sldMkLst>
          <pc:docMk/>
          <pc:sldMk cId="3627968610" sldId="384"/>
        </pc:sldMkLst>
        <pc:spChg chg="mod">
          <ac:chgData name="Nur Amira Abdul Majid" userId="415c50ea-8302-49a5-b3c9-07ac73726f6f" providerId="ADAL" clId="{9B7BB3C4-2623-4A6E-A733-FBC9AA5BDC28}" dt="2025-12-03T03:19:39.027" v="52"/>
          <ac:spMkLst>
            <pc:docMk/>
            <pc:sldMk cId="3627968610" sldId="384"/>
            <ac:spMk id="4" creationId="{E22FE4FB-F7E7-AEE8-B536-5B1FFA320862}"/>
          </ac:spMkLst>
        </pc:spChg>
      </pc:sldChg>
      <pc:sldChg chg="modSp add del">
        <pc:chgData name="Nur Amira Abdul Majid" userId="415c50ea-8302-49a5-b3c9-07ac73726f6f" providerId="ADAL" clId="{9B7BB3C4-2623-4A6E-A733-FBC9AA5BDC28}" dt="2025-12-03T03:54:01.889" v="397" actId="47"/>
        <pc:sldMkLst>
          <pc:docMk/>
          <pc:sldMk cId="2580896130" sldId="385"/>
        </pc:sldMkLst>
        <pc:spChg chg="mod">
          <ac:chgData name="Nur Amira Abdul Majid" userId="415c50ea-8302-49a5-b3c9-07ac73726f6f" providerId="ADAL" clId="{9B7BB3C4-2623-4A6E-A733-FBC9AA5BDC28}" dt="2025-12-03T03:19:39.027" v="52"/>
          <ac:spMkLst>
            <pc:docMk/>
            <pc:sldMk cId="2580896130" sldId="385"/>
            <ac:spMk id="4" creationId="{18CB77CE-1175-50B6-C9AF-A2761B53C25B}"/>
          </ac:spMkLst>
        </pc:spChg>
      </pc:sldChg>
      <pc:sldChg chg="modSp add mod">
        <pc:chgData name="Nur Amira Abdul Majid" userId="415c50ea-8302-49a5-b3c9-07ac73726f6f" providerId="ADAL" clId="{9B7BB3C4-2623-4A6E-A733-FBC9AA5BDC28}" dt="2025-12-03T03:23:38.391" v="84" actId="1076"/>
        <pc:sldMkLst>
          <pc:docMk/>
          <pc:sldMk cId="3574352542" sldId="386"/>
        </pc:sldMkLst>
        <pc:spChg chg="mod">
          <ac:chgData name="Nur Amira Abdul Majid" userId="415c50ea-8302-49a5-b3c9-07ac73726f6f" providerId="ADAL" clId="{9B7BB3C4-2623-4A6E-A733-FBC9AA5BDC28}" dt="2025-12-03T03:23:08.254" v="82" actId="20577"/>
          <ac:spMkLst>
            <pc:docMk/>
            <pc:sldMk cId="3574352542" sldId="386"/>
            <ac:spMk id="3" creationId="{50BD719B-2699-4BAD-2EA0-5D71242F2AFC}"/>
          </ac:spMkLst>
        </pc:spChg>
        <pc:spChg chg="mod">
          <ac:chgData name="Nur Amira Abdul Majid" userId="415c50ea-8302-49a5-b3c9-07ac73726f6f" providerId="ADAL" clId="{9B7BB3C4-2623-4A6E-A733-FBC9AA5BDC28}" dt="2025-12-03T03:21:12.959" v="70" actId="14100"/>
          <ac:spMkLst>
            <pc:docMk/>
            <pc:sldMk cId="3574352542" sldId="386"/>
            <ac:spMk id="87042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3:23:38.391" v="84" actId="1076"/>
          <ac:spMkLst>
            <pc:docMk/>
            <pc:sldMk cId="3574352542" sldId="386"/>
            <ac:spMk id="87043" creationId="{00000000-0000-0000-0000-000000000000}"/>
          </ac:spMkLst>
        </pc:spChg>
        <pc:picChg chg="mod">
          <ac:chgData name="Nur Amira Abdul Majid" userId="415c50ea-8302-49a5-b3c9-07ac73726f6f" providerId="ADAL" clId="{9B7BB3C4-2623-4A6E-A733-FBC9AA5BDC28}" dt="2025-12-03T03:22:39.789" v="77" actId="1076"/>
          <ac:picMkLst>
            <pc:docMk/>
            <pc:sldMk cId="3574352542" sldId="386"/>
            <ac:picMk id="1026" creationId="{53B3E1CC-BCA0-6416-2517-6A6F1A5F9DCB}"/>
          </ac:picMkLst>
        </pc:picChg>
      </pc:sldChg>
      <pc:sldChg chg="modSp add mod">
        <pc:chgData name="Nur Amira Abdul Majid" userId="415c50ea-8302-49a5-b3c9-07ac73726f6f" providerId="ADAL" clId="{9B7BB3C4-2623-4A6E-A733-FBC9AA5BDC28}" dt="2025-12-03T04:59:40.427" v="647" actId="113"/>
        <pc:sldMkLst>
          <pc:docMk/>
          <pc:sldMk cId="1356264214" sldId="387"/>
        </pc:sldMkLst>
        <pc:spChg chg="mod">
          <ac:chgData name="Nur Amira Abdul Majid" userId="415c50ea-8302-49a5-b3c9-07ac73726f6f" providerId="ADAL" clId="{9B7BB3C4-2623-4A6E-A733-FBC9AA5BDC28}" dt="2025-12-03T04:58:03.307" v="617" actId="14100"/>
          <ac:spMkLst>
            <pc:docMk/>
            <pc:sldMk cId="1356264214" sldId="387"/>
            <ac:spMk id="91138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4:59:40.427" v="647" actId="113"/>
          <ac:spMkLst>
            <pc:docMk/>
            <pc:sldMk cId="1356264214" sldId="387"/>
            <ac:spMk id="91139" creationId="{00000000-0000-0000-0000-000000000000}"/>
          </ac:spMkLst>
        </pc:spChg>
      </pc:sldChg>
      <pc:sldChg chg="addSp delSp modSp add mod">
        <pc:chgData name="Nur Amira Abdul Majid" userId="415c50ea-8302-49a5-b3c9-07ac73726f6f" providerId="ADAL" clId="{9B7BB3C4-2623-4A6E-A733-FBC9AA5BDC28}" dt="2025-12-03T05:10:42.786" v="737" actId="1076"/>
        <pc:sldMkLst>
          <pc:docMk/>
          <pc:sldMk cId="981623341" sldId="388"/>
        </pc:sldMkLst>
        <pc:spChg chg="del">
          <ac:chgData name="Nur Amira Abdul Majid" userId="415c50ea-8302-49a5-b3c9-07ac73726f6f" providerId="ADAL" clId="{9B7BB3C4-2623-4A6E-A733-FBC9AA5BDC28}" dt="2025-12-03T05:10:12.664" v="728" actId="478"/>
          <ac:spMkLst>
            <pc:docMk/>
            <pc:sldMk cId="981623341" sldId="388"/>
            <ac:spMk id="2" creationId="{F203D8B3-AF93-3925-DF69-9D7F6D1EA01A}"/>
          </ac:spMkLst>
        </pc:spChg>
        <pc:spChg chg="mod">
          <ac:chgData name="Nur Amira Abdul Majid" userId="415c50ea-8302-49a5-b3c9-07ac73726f6f" providerId="ADAL" clId="{9B7BB3C4-2623-4A6E-A733-FBC9AA5BDC28}" dt="2025-12-03T05:10:28.901" v="733" actId="20577"/>
          <ac:spMkLst>
            <pc:docMk/>
            <pc:sldMk cId="981623341" sldId="388"/>
            <ac:spMk id="3" creationId="{63F4747D-BD8D-6656-17AC-CAF5B619C946}"/>
          </ac:spMkLst>
        </pc:spChg>
        <pc:spChg chg="mod">
          <ac:chgData name="Nur Amira Abdul Majid" userId="415c50ea-8302-49a5-b3c9-07ac73726f6f" providerId="ADAL" clId="{9B7BB3C4-2623-4A6E-A733-FBC9AA5BDC28}" dt="2025-12-03T03:19:39.027" v="52"/>
          <ac:spMkLst>
            <pc:docMk/>
            <pc:sldMk cId="981623341" sldId="388"/>
            <ac:spMk id="4" creationId="{9EABA054-3250-79FB-4B22-ADA23ECFEF87}"/>
          </ac:spMkLst>
        </pc:spChg>
        <pc:spChg chg="add del mod">
          <ac:chgData name="Nur Amira Abdul Majid" userId="415c50ea-8302-49a5-b3c9-07ac73726f6f" providerId="ADAL" clId="{9B7BB3C4-2623-4A6E-A733-FBC9AA5BDC28}" dt="2025-12-03T05:10:16.050" v="729" actId="478"/>
          <ac:spMkLst>
            <pc:docMk/>
            <pc:sldMk cId="981623341" sldId="388"/>
            <ac:spMk id="5" creationId="{C4AEFBD2-E2D6-2E48-D5AE-70E35E9840DC}"/>
          </ac:spMkLst>
        </pc:spChg>
        <pc:spChg chg="add mod">
          <ac:chgData name="Nur Amira Abdul Majid" userId="415c50ea-8302-49a5-b3c9-07ac73726f6f" providerId="ADAL" clId="{9B7BB3C4-2623-4A6E-A733-FBC9AA5BDC28}" dt="2025-12-03T05:10:16.789" v="730"/>
          <ac:spMkLst>
            <pc:docMk/>
            <pc:sldMk cId="981623341" sldId="388"/>
            <ac:spMk id="7" creationId="{81BADA52-AAA8-4A0D-00F7-65836FD309E3}"/>
          </ac:spMkLst>
        </pc:spChg>
        <pc:picChg chg="mod">
          <ac:chgData name="Nur Amira Abdul Majid" userId="415c50ea-8302-49a5-b3c9-07ac73726f6f" providerId="ADAL" clId="{9B7BB3C4-2623-4A6E-A733-FBC9AA5BDC28}" dt="2025-12-03T05:10:42.786" v="737" actId="1076"/>
          <ac:picMkLst>
            <pc:docMk/>
            <pc:sldMk cId="981623341" sldId="388"/>
            <ac:picMk id="6" creationId="{D7BAB293-3D08-47CB-947B-FD5A751FC557}"/>
          </ac:picMkLst>
        </pc:picChg>
      </pc:sldChg>
      <pc:sldChg chg="add del">
        <pc:chgData name="Nur Amira Abdul Majid" userId="415c50ea-8302-49a5-b3c9-07ac73726f6f" providerId="ADAL" clId="{9B7BB3C4-2623-4A6E-A733-FBC9AA5BDC28}" dt="2025-12-03T04:59:58.956" v="648" actId="47"/>
        <pc:sldMkLst>
          <pc:docMk/>
          <pc:sldMk cId="1030199467" sldId="389"/>
        </pc:sldMkLst>
      </pc:sldChg>
      <pc:sldChg chg="add del">
        <pc:chgData name="Nur Amira Abdul Majid" userId="415c50ea-8302-49a5-b3c9-07ac73726f6f" providerId="ADAL" clId="{9B7BB3C4-2623-4A6E-A733-FBC9AA5BDC28}" dt="2025-12-03T05:00:42.330" v="657" actId="47"/>
        <pc:sldMkLst>
          <pc:docMk/>
          <pc:sldMk cId="3992226805" sldId="390"/>
        </pc:sldMkLst>
      </pc:sldChg>
      <pc:sldChg chg="modSp add">
        <pc:chgData name="Nur Amira Abdul Majid" userId="415c50ea-8302-49a5-b3c9-07ac73726f6f" providerId="ADAL" clId="{9B7BB3C4-2623-4A6E-A733-FBC9AA5BDC28}" dt="2025-12-03T05:00:20.060" v="656" actId="14100"/>
        <pc:sldMkLst>
          <pc:docMk/>
          <pc:sldMk cId="1776854423" sldId="391"/>
        </pc:sldMkLst>
        <pc:spChg chg="mod">
          <ac:chgData name="Nur Amira Abdul Majid" userId="415c50ea-8302-49a5-b3c9-07ac73726f6f" providerId="ADAL" clId="{9B7BB3C4-2623-4A6E-A733-FBC9AA5BDC28}" dt="2025-12-03T05:00:12.377" v="653" actId="14100"/>
          <ac:spMkLst>
            <pc:docMk/>
            <pc:sldMk cId="1776854423" sldId="391"/>
            <ac:spMk id="91138" creationId="{00000000-0000-0000-0000-000000000000}"/>
          </ac:spMkLst>
        </pc:spChg>
        <pc:spChg chg="mod">
          <ac:chgData name="Nur Amira Abdul Majid" userId="415c50ea-8302-49a5-b3c9-07ac73726f6f" providerId="ADAL" clId="{9B7BB3C4-2623-4A6E-A733-FBC9AA5BDC28}" dt="2025-12-03T05:00:20.060" v="656" actId="14100"/>
          <ac:spMkLst>
            <pc:docMk/>
            <pc:sldMk cId="1776854423" sldId="391"/>
            <ac:spMk id="91139" creationId="{00000000-0000-0000-0000-000000000000}"/>
          </ac:spMkLst>
        </pc:spChg>
      </pc:sldChg>
      <pc:sldChg chg="modSp add mod">
        <pc:chgData name="Nur Amira Abdul Majid" userId="415c50ea-8302-49a5-b3c9-07ac73726f6f" providerId="ADAL" clId="{9B7BB3C4-2623-4A6E-A733-FBC9AA5BDC28}" dt="2025-12-03T03:53:56.254" v="396"/>
        <pc:sldMkLst>
          <pc:docMk/>
          <pc:sldMk cId="3076050892" sldId="392"/>
        </pc:sldMkLst>
        <pc:spChg chg="mod">
          <ac:chgData name="Nur Amira Abdul Majid" userId="415c50ea-8302-49a5-b3c9-07ac73726f6f" providerId="ADAL" clId="{9B7BB3C4-2623-4A6E-A733-FBC9AA5BDC28}" dt="2025-12-03T03:53:56.254" v="396"/>
          <ac:spMkLst>
            <pc:docMk/>
            <pc:sldMk cId="3076050892" sldId="392"/>
            <ac:spMk id="3" creationId="{2BA98C29-FD63-FDDA-B642-3195817B61DD}"/>
          </ac:spMkLst>
        </pc:spChg>
      </pc:sldChg>
      <pc:sldChg chg="add del">
        <pc:chgData name="Nur Amira Abdul Majid" userId="415c50ea-8302-49a5-b3c9-07ac73726f6f" providerId="ADAL" clId="{9B7BB3C4-2623-4A6E-A733-FBC9AA5BDC28}" dt="2025-12-03T03:50:57.469" v="369" actId="2696"/>
        <pc:sldMkLst>
          <pc:docMk/>
          <pc:sldMk cId="3730393326" sldId="392"/>
        </pc:sldMkLst>
      </pc:sldChg>
      <pc:sldChg chg="modSp add mod ord">
        <pc:chgData name="Nur Amira Abdul Majid" userId="415c50ea-8302-49a5-b3c9-07ac73726f6f" providerId="ADAL" clId="{9B7BB3C4-2623-4A6E-A733-FBC9AA5BDC28}" dt="2025-12-03T03:56:25.485" v="450" actId="14100"/>
        <pc:sldMkLst>
          <pc:docMk/>
          <pc:sldMk cId="2269730126" sldId="393"/>
        </pc:sldMkLst>
        <pc:spChg chg="mod">
          <ac:chgData name="Nur Amira Abdul Majid" userId="415c50ea-8302-49a5-b3c9-07ac73726f6f" providerId="ADAL" clId="{9B7BB3C4-2623-4A6E-A733-FBC9AA5BDC28}" dt="2025-12-03T03:56:25.485" v="450" actId="14100"/>
          <ac:spMkLst>
            <pc:docMk/>
            <pc:sldMk cId="2269730126" sldId="393"/>
            <ac:spMk id="3" creationId="{3A63908C-361D-8077-F1BF-4A7945D43F5E}"/>
          </ac:spMkLst>
        </pc:spChg>
      </pc:sldChg>
      <pc:sldChg chg="add">
        <pc:chgData name="Nur Amira Abdul Majid" userId="415c50ea-8302-49a5-b3c9-07ac73726f6f" providerId="ADAL" clId="{9B7BB3C4-2623-4A6E-A733-FBC9AA5BDC28}" dt="2025-12-03T03:55:34.235" v="440" actId="2890"/>
        <pc:sldMkLst>
          <pc:docMk/>
          <pc:sldMk cId="2395500279" sldId="394"/>
        </pc:sldMkLst>
      </pc:sldChg>
      <pc:sldChg chg="modSp add mod">
        <pc:chgData name="Nur Amira Abdul Majid" userId="415c50ea-8302-49a5-b3c9-07ac73726f6f" providerId="ADAL" clId="{9B7BB3C4-2623-4A6E-A733-FBC9AA5BDC28}" dt="2025-12-03T03:56:10.073" v="448" actId="27636"/>
        <pc:sldMkLst>
          <pc:docMk/>
          <pc:sldMk cId="2912315624" sldId="395"/>
        </pc:sldMkLst>
        <pc:spChg chg="mod">
          <ac:chgData name="Nur Amira Abdul Majid" userId="415c50ea-8302-49a5-b3c9-07ac73726f6f" providerId="ADAL" clId="{9B7BB3C4-2623-4A6E-A733-FBC9AA5BDC28}" dt="2025-12-03T03:56:10.073" v="448" actId="27636"/>
          <ac:spMkLst>
            <pc:docMk/>
            <pc:sldMk cId="2912315624" sldId="395"/>
            <ac:spMk id="3" creationId="{ABBFD356-8D2D-3128-1056-DB986001FCDD}"/>
          </ac:spMkLst>
        </pc:spChg>
      </pc:sldChg>
      <pc:sldChg chg="add del">
        <pc:chgData name="Nur Amira Abdul Majid" userId="415c50ea-8302-49a5-b3c9-07ac73726f6f" providerId="ADAL" clId="{9B7BB3C4-2623-4A6E-A733-FBC9AA5BDC28}" dt="2025-12-03T03:58:26.473" v="511" actId="47"/>
        <pc:sldMkLst>
          <pc:docMk/>
          <pc:sldMk cId="1466855027" sldId="396"/>
        </pc:sldMkLst>
      </pc:sldChg>
    </pc:docChg>
  </pc:docChgLst>
  <pc:docChgLst>
    <pc:chgData name="HAR ZI XUAN" userId="3ebae4fe-7718-419f-8410-678f9a6f92da" providerId="ADAL" clId="{73DB771E-ABEA-4B69-82B7-5BAB5C73CB4E}"/>
    <pc:docChg chg="modSld sldOrd">
      <pc:chgData name="HAR ZI XUAN" userId="3ebae4fe-7718-419f-8410-678f9a6f92da" providerId="ADAL" clId="{73DB771E-ABEA-4B69-82B7-5BAB5C73CB4E}" dt="2025-12-11T07:53:38.411" v="1"/>
      <pc:docMkLst>
        <pc:docMk/>
      </pc:docMkLst>
      <pc:sldChg chg="ord">
        <pc:chgData name="HAR ZI XUAN" userId="3ebae4fe-7718-419f-8410-678f9a6f92da" providerId="ADAL" clId="{73DB771E-ABEA-4B69-82B7-5BAB5C73CB4E}" dt="2025-12-11T07:53:38.411" v="1"/>
        <pc:sldMkLst>
          <pc:docMk/>
          <pc:sldMk cId="2294287709" sldId="35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BDE687-9BC4-405F-A49B-2C20F37D0D03}" type="doc">
      <dgm:prSet loTypeId="urn:microsoft.com/office/officeart/2005/8/layout/list1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A7A3EF5-78E8-4AC1-B35D-AE372A264234}">
      <dgm:prSet phldrT="[Text]" custT="1"/>
      <dgm:spPr>
        <a:solidFill>
          <a:srgbClr val="FFC000"/>
        </a:solidFill>
      </dgm:spPr>
      <dgm:t>
        <a:bodyPr/>
        <a:lstStyle/>
        <a:p>
          <a:r>
            <a:rPr lang="en-GB" sz="2300">
              <a:solidFill>
                <a:schemeClr val="tx1"/>
              </a:solidFill>
            </a:rPr>
            <a:t>Project Proposal Form (PPF)</a:t>
          </a:r>
        </a:p>
        <a:p>
          <a:r>
            <a:rPr lang="en-GB" sz="2300">
              <a:solidFill>
                <a:schemeClr val="tx1"/>
              </a:solidFill>
            </a:rPr>
            <a:t>Ethics Form)</a:t>
          </a:r>
        </a:p>
        <a:p>
          <a:r>
            <a:rPr lang="en-GB" sz="2300">
              <a:solidFill>
                <a:schemeClr val="tx1"/>
              </a:solidFill>
            </a:rPr>
            <a:t>Investigation Report (IR)</a:t>
          </a:r>
        </a:p>
      </dgm:t>
    </dgm:pt>
    <dgm:pt modelId="{23DA421E-2729-48B4-AE84-856BBADF4690}" type="parTrans" cxnId="{5E7160D3-74D8-4E44-9095-8E9CEA248124}">
      <dgm:prSet/>
      <dgm:spPr/>
      <dgm:t>
        <a:bodyPr/>
        <a:lstStyle/>
        <a:p>
          <a:endParaRPr lang="en-GB"/>
        </a:p>
      </dgm:t>
    </dgm:pt>
    <dgm:pt modelId="{9DB3378C-764D-4C3D-BC4A-0AD5EA691A1B}" type="sibTrans" cxnId="{5E7160D3-74D8-4E44-9095-8E9CEA248124}">
      <dgm:prSet/>
      <dgm:spPr/>
      <dgm:t>
        <a:bodyPr/>
        <a:lstStyle/>
        <a:p>
          <a:endParaRPr lang="en-GB"/>
        </a:p>
      </dgm:t>
    </dgm:pt>
    <dgm:pt modelId="{B61635BC-DC0A-447E-B412-C7EAA9369AA5}">
      <dgm:prSet phldrT="[Text]" custT="1"/>
      <dgm:spPr>
        <a:solidFill>
          <a:srgbClr val="00B050"/>
        </a:solidFill>
      </dgm:spPr>
      <dgm:t>
        <a:bodyPr/>
        <a:lstStyle/>
        <a:p>
          <a:r>
            <a:rPr lang="en-US" sz="2300"/>
            <a:t>Design, Coding and Testing </a:t>
          </a:r>
          <a:endParaRPr lang="en-GB" sz="2300"/>
        </a:p>
      </dgm:t>
    </dgm:pt>
    <dgm:pt modelId="{8FDC35EA-F77D-4DB4-921D-46ACC30E48A7}" type="parTrans" cxnId="{C98DD136-9307-4A10-8CD3-710CA1B20FFD}">
      <dgm:prSet/>
      <dgm:spPr/>
      <dgm:t>
        <a:bodyPr/>
        <a:lstStyle/>
        <a:p>
          <a:endParaRPr lang="en-GB"/>
        </a:p>
      </dgm:t>
    </dgm:pt>
    <dgm:pt modelId="{421CA9F5-FEC1-4426-8532-A0D44024BB2F}" type="sibTrans" cxnId="{C98DD136-9307-4A10-8CD3-710CA1B20FFD}">
      <dgm:prSet/>
      <dgm:spPr/>
      <dgm:t>
        <a:bodyPr/>
        <a:lstStyle/>
        <a:p>
          <a:endParaRPr lang="en-GB"/>
        </a:p>
      </dgm:t>
    </dgm:pt>
    <dgm:pt modelId="{2FC8A4B5-5AE4-4BAD-AA8D-2FCA255FE11D}">
      <dgm:prSet phldrT="[Text]" custT="1"/>
      <dgm:spPr>
        <a:solidFill>
          <a:srgbClr val="0070C0"/>
        </a:solidFill>
      </dgm:spPr>
      <dgm:t>
        <a:bodyPr/>
        <a:lstStyle/>
        <a:p>
          <a:r>
            <a:rPr lang="en-US" sz="2300"/>
            <a:t>FYP Submission and Presentation</a:t>
          </a:r>
          <a:endParaRPr lang="en-GB" sz="2300"/>
        </a:p>
      </dgm:t>
    </dgm:pt>
    <dgm:pt modelId="{623449F1-4021-4BFF-9B74-C045E0D22731}" type="parTrans" cxnId="{A28C60A4-8AEC-461F-85C2-4117E3BCDE9B}">
      <dgm:prSet/>
      <dgm:spPr/>
      <dgm:t>
        <a:bodyPr/>
        <a:lstStyle/>
        <a:p>
          <a:endParaRPr lang="en-GB"/>
        </a:p>
      </dgm:t>
    </dgm:pt>
    <dgm:pt modelId="{FF5DD49E-1C16-427A-ABD2-6881B12D1C3A}" type="sibTrans" cxnId="{A28C60A4-8AEC-461F-85C2-4117E3BCDE9B}">
      <dgm:prSet/>
      <dgm:spPr/>
      <dgm:t>
        <a:bodyPr/>
        <a:lstStyle/>
        <a:p>
          <a:endParaRPr lang="en-GB"/>
        </a:p>
      </dgm:t>
    </dgm:pt>
    <dgm:pt modelId="{9C9FB545-9F56-4D15-A5CB-19843EB08EED}">
      <dgm:prSet phldrT="[Text]"/>
      <dgm:spPr>
        <a:noFill/>
      </dgm:spPr>
      <dgm:t>
        <a:bodyPr/>
        <a:lstStyle/>
        <a:p>
          <a:endParaRPr lang="en-GB" b="1">
            <a:solidFill>
              <a:srgbClr val="7030A0"/>
            </a:solidFill>
          </a:endParaRPr>
        </a:p>
      </dgm:t>
    </dgm:pt>
    <dgm:pt modelId="{1001CF0F-F59A-424E-920E-237A7879C9CC}" type="parTrans" cxnId="{BC3D5E76-68D2-49AE-82CC-BC794A321B29}">
      <dgm:prSet/>
      <dgm:spPr/>
      <dgm:t>
        <a:bodyPr/>
        <a:lstStyle/>
        <a:p>
          <a:endParaRPr lang="en-GB"/>
        </a:p>
      </dgm:t>
    </dgm:pt>
    <dgm:pt modelId="{39084E24-F0E4-4157-8DF2-980ACC8BF862}" type="sibTrans" cxnId="{BC3D5E76-68D2-49AE-82CC-BC794A321B29}">
      <dgm:prSet/>
      <dgm:spPr/>
      <dgm:t>
        <a:bodyPr/>
        <a:lstStyle/>
        <a:p>
          <a:endParaRPr lang="en-GB"/>
        </a:p>
      </dgm:t>
    </dgm:pt>
    <dgm:pt modelId="{71BFEBB0-1CFB-4C2D-BB80-D88FBEDA8432}" type="pres">
      <dgm:prSet presAssocID="{FABDE687-9BC4-405F-A49B-2C20F37D0D03}" presName="linear" presStyleCnt="0">
        <dgm:presLayoutVars>
          <dgm:dir/>
          <dgm:animLvl val="lvl"/>
          <dgm:resizeHandles val="exact"/>
        </dgm:presLayoutVars>
      </dgm:prSet>
      <dgm:spPr/>
    </dgm:pt>
    <dgm:pt modelId="{DF853E8F-7CAD-4D07-996E-8AC751F5C323}" type="pres">
      <dgm:prSet presAssocID="{4A7A3EF5-78E8-4AC1-B35D-AE372A264234}" presName="parentLin" presStyleCnt="0"/>
      <dgm:spPr/>
    </dgm:pt>
    <dgm:pt modelId="{E409C64F-2C04-4A9F-9745-C029B6D23980}" type="pres">
      <dgm:prSet presAssocID="{4A7A3EF5-78E8-4AC1-B35D-AE372A264234}" presName="parentLeftMargin" presStyleLbl="node1" presStyleIdx="0" presStyleCnt="3"/>
      <dgm:spPr/>
    </dgm:pt>
    <dgm:pt modelId="{F66795DF-6DA0-40CC-A5EF-1FFE737104E5}" type="pres">
      <dgm:prSet presAssocID="{4A7A3EF5-78E8-4AC1-B35D-AE372A264234}" presName="parentText" presStyleLbl="node1" presStyleIdx="0" presStyleCnt="3" custScaleY="302005" custLinFactNeighborX="70595" custLinFactNeighborY="-28082">
        <dgm:presLayoutVars>
          <dgm:chMax val="0"/>
          <dgm:bulletEnabled val="1"/>
        </dgm:presLayoutVars>
      </dgm:prSet>
      <dgm:spPr/>
    </dgm:pt>
    <dgm:pt modelId="{D3A20AB8-63F4-4276-9A82-8158FAA26D37}" type="pres">
      <dgm:prSet presAssocID="{4A7A3EF5-78E8-4AC1-B35D-AE372A264234}" presName="negativeSpace" presStyleCnt="0"/>
      <dgm:spPr/>
    </dgm:pt>
    <dgm:pt modelId="{2E183F74-C0C9-4E6E-9E90-B64A46B916B9}" type="pres">
      <dgm:prSet presAssocID="{4A7A3EF5-78E8-4AC1-B35D-AE372A264234}" presName="childText" presStyleLbl="conFgAcc1" presStyleIdx="0" presStyleCnt="3">
        <dgm:presLayoutVars>
          <dgm:bulletEnabled val="1"/>
        </dgm:presLayoutVars>
      </dgm:prSet>
      <dgm:spPr/>
    </dgm:pt>
    <dgm:pt modelId="{DB1AA41C-554B-4DFF-A50C-5191433BE76E}" type="pres">
      <dgm:prSet presAssocID="{9DB3378C-764D-4C3D-BC4A-0AD5EA691A1B}" presName="spaceBetweenRectangles" presStyleCnt="0"/>
      <dgm:spPr/>
    </dgm:pt>
    <dgm:pt modelId="{507C663F-BC71-45DA-94B2-0E5CD559E7A4}" type="pres">
      <dgm:prSet presAssocID="{B61635BC-DC0A-447E-B412-C7EAA9369AA5}" presName="parentLin" presStyleCnt="0"/>
      <dgm:spPr/>
    </dgm:pt>
    <dgm:pt modelId="{BC4A2A3F-9F3D-418F-BA89-AC0A60EA57CE}" type="pres">
      <dgm:prSet presAssocID="{B61635BC-DC0A-447E-B412-C7EAA9369AA5}" presName="parentLeftMargin" presStyleLbl="node1" presStyleIdx="0" presStyleCnt="3"/>
      <dgm:spPr/>
    </dgm:pt>
    <dgm:pt modelId="{231C2C14-051F-44DF-85DB-751B27F12373}" type="pres">
      <dgm:prSet presAssocID="{B61635BC-DC0A-447E-B412-C7EAA9369AA5}" presName="parentText" presStyleLbl="node1" presStyleIdx="1" presStyleCnt="3" custScaleY="133272">
        <dgm:presLayoutVars>
          <dgm:chMax val="0"/>
          <dgm:bulletEnabled val="1"/>
        </dgm:presLayoutVars>
      </dgm:prSet>
      <dgm:spPr/>
    </dgm:pt>
    <dgm:pt modelId="{118CBBBA-3A20-4E95-A720-D7B8BE9C9A53}" type="pres">
      <dgm:prSet presAssocID="{B61635BC-DC0A-447E-B412-C7EAA9369AA5}" presName="negativeSpace" presStyleCnt="0"/>
      <dgm:spPr/>
    </dgm:pt>
    <dgm:pt modelId="{B8D05436-E799-4A8D-AB46-90463E97710F}" type="pres">
      <dgm:prSet presAssocID="{B61635BC-DC0A-447E-B412-C7EAA9369AA5}" presName="childText" presStyleLbl="conFgAcc1" presStyleIdx="1" presStyleCnt="3">
        <dgm:presLayoutVars>
          <dgm:bulletEnabled val="1"/>
        </dgm:presLayoutVars>
      </dgm:prSet>
      <dgm:spPr/>
    </dgm:pt>
    <dgm:pt modelId="{2773A465-DDA0-4D4F-B675-6659844A21FE}" type="pres">
      <dgm:prSet presAssocID="{421CA9F5-FEC1-4426-8532-A0D44024BB2F}" presName="spaceBetweenRectangles" presStyleCnt="0"/>
      <dgm:spPr/>
    </dgm:pt>
    <dgm:pt modelId="{3D0DFB26-68AC-49B9-BBE1-B2BB5C39CBA7}" type="pres">
      <dgm:prSet presAssocID="{2FC8A4B5-5AE4-4BAD-AA8D-2FCA255FE11D}" presName="parentLin" presStyleCnt="0"/>
      <dgm:spPr/>
    </dgm:pt>
    <dgm:pt modelId="{BDB6366A-B43D-4AD1-A053-0F9B6AF8423D}" type="pres">
      <dgm:prSet presAssocID="{2FC8A4B5-5AE4-4BAD-AA8D-2FCA255FE11D}" presName="parentLeftMargin" presStyleLbl="node1" presStyleIdx="1" presStyleCnt="3"/>
      <dgm:spPr/>
    </dgm:pt>
    <dgm:pt modelId="{92CFA67D-BA5A-4AAF-A138-DD02065CD79E}" type="pres">
      <dgm:prSet presAssocID="{2FC8A4B5-5AE4-4BAD-AA8D-2FCA255FE11D}" presName="parentText" presStyleLbl="node1" presStyleIdx="2" presStyleCnt="3" custScaleY="147779">
        <dgm:presLayoutVars>
          <dgm:chMax val="0"/>
          <dgm:bulletEnabled val="1"/>
        </dgm:presLayoutVars>
      </dgm:prSet>
      <dgm:spPr/>
    </dgm:pt>
    <dgm:pt modelId="{10E08C11-CAAC-444A-8691-6E4618EA9A73}" type="pres">
      <dgm:prSet presAssocID="{2FC8A4B5-5AE4-4BAD-AA8D-2FCA255FE11D}" presName="negativeSpace" presStyleCnt="0"/>
      <dgm:spPr/>
    </dgm:pt>
    <dgm:pt modelId="{FC51E6B0-4284-48AC-969E-43314BE268EA}" type="pres">
      <dgm:prSet presAssocID="{2FC8A4B5-5AE4-4BAD-AA8D-2FCA255FE11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D2A2981A-1CF1-4C24-8BEE-CD98AFD892F9}" type="presOf" srcId="{2FC8A4B5-5AE4-4BAD-AA8D-2FCA255FE11D}" destId="{92CFA67D-BA5A-4AAF-A138-DD02065CD79E}" srcOrd="1" destOrd="0" presId="urn:microsoft.com/office/officeart/2005/8/layout/list1"/>
    <dgm:cxn modelId="{584E381C-0B90-44AE-ABA5-0321D7157AF2}" type="presOf" srcId="{4A7A3EF5-78E8-4AC1-B35D-AE372A264234}" destId="{E409C64F-2C04-4A9F-9745-C029B6D23980}" srcOrd="0" destOrd="0" presId="urn:microsoft.com/office/officeart/2005/8/layout/list1"/>
    <dgm:cxn modelId="{C98DD136-9307-4A10-8CD3-710CA1B20FFD}" srcId="{FABDE687-9BC4-405F-A49B-2C20F37D0D03}" destId="{B61635BC-DC0A-447E-B412-C7EAA9369AA5}" srcOrd="1" destOrd="0" parTransId="{8FDC35EA-F77D-4DB4-921D-46ACC30E48A7}" sibTransId="{421CA9F5-FEC1-4426-8532-A0D44024BB2F}"/>
    <dgm:cxn modelId="{BC3D5E76-68D2-49AE-82CC-BC794A321B29}" srcId="{4A7A3EF5-78E8-4AC1-B35D-AE372A264234}" destId="{9C9FB545-9F56-4D15-A5CB-19843EB08EED}" srcOrd="0" destOrd="0" parTransId="{1001CF0F-F59A-424E-920E-237A7879C9CC}" sibTransId="{39084E24-F0E4-4157-8DF2-980ACC8BF862}"/>
    <dgm:cxn modelId="{D6EF3757-7DBE-4B60-9E84-489A0EE37160}" type="presOf" srcId="{FABDE687-9BC4-405F-A49B-2C20F37D0D03}" destId="{71BFEBB0-1CFB-4C2D-BB80-D88FBEDA8432}" srcOrd="0" destOrd="0" presId="urn:microsoft.com/office/officeart/2005/8/layout/list1"/>
    <dgm:cxn modelId="{74BC728B-86C2-488B-8133-2D05AE2387EE}" type="presOf" srcId="{4A7A3EF5-78E8-4AC1-B35D-AE372A264234}" destId="{F66795DF-6DA0-40CC-A5EF-1FFE737104E5}" srcOrd="1" destOrd="0" presId="urn:microsoft.com/office/officeart/2005/8/layout/list1"/>
    <dgm:cxn modelId="{A28C60A4-8AEC-461F-85C2-4117E3BCDE9B}" srcId="{FABDE687-9BC4-405F-A49B-2C20F37D0D03}" destId="{2FC8A4B5-5AE4-4BAD-AA8D-2FCA255FE11D}" srcOrd="2" destOrd="0" parTransId="{623449F1-4021-4BFF-9B74-C045E0D22731}" sibTransId="{FF5DD49E-1C16-427A-ABD2-6881B12D1C3A}"/>
    <dgm:cxn modelId="{B5A643B7-1CC5-41FE-944B-8DC8D00ECBFF}" type="presOf" srcId="{B61635BC-DC0A-447E-B412-C7EAA9369AA5}" destId="{BC4A2A3F-9F3D-418F-BA89-AC0A60EA57CE}" srcOrd="0" destOrd="0" presId="urn:microsoft.com/office/officeart/2005/8/layout/list1"/>
    <dgm:cxn modelId="{8E3AABC4-6AF4-4AFB-BFBC-A675620D8DA0}" type="presOf" srcId="{9C9FB545-9F56-4D15-A5CB-19843EB08EED}" destId="{2E183F74-C0C9-4E6E-9E90-B64A46B916B9}" srcOrd="0" destOrd="0" presId="urn:microsoft.com/office/officeart/2005/8/layout/list1"/>
    <dgm:cxn modelId="{0E3AAAC9-6B0D-4DCE-A1F1-477CAA2CA622}" type="presOf" srcId="{B61635BC-DC0A-447E-B412-C7EAA9369AA5}" destId="{231C2C14-051F-44DF-85DB-751B27F12373}" srcOrd="1" destOrd="0" presId="urn:microsoft.com/office/officeart/2005/8/layout/list1"/>
    <dgm:cxn modelId="{5E7160D3-74D8-4E44-9095-8E9CEA248124}" srcId="{FABDE687-9BC4-405F-A49B-2C20F37D0D03}" destId="{4A7A3EF5-78E8-4AC1-B35D-AE372A264234}" srcOrd="0" destOrd="0" parTransId="{23DA421E-2729-48B4-AE84-856BBADF4690}" sibTransId="{9DB3378C-764D-4C3D-BC4A-0AD5EA691A1B}"/>
    <dgm:cxn modelId="{EBEFCBF0-ABBA-406B-994C-07F3FE7A129B}" type="presOf" srcId="{2FC8A4B5-5AE4-4BAD-AA8D-2FCA255FE11D}" destId="{BDB6366A-B43D-4AD1-A053-0F9B6AF8423D}" srcOrd="0" destOrd="0" presId="urn:microsoft.com/office/officeart/2005/8/layout/list1"/>
    <dgm:cxn modelId="{1AA461F4-D099-4E62-A2AB-5013F530973A}" type="presParOf" srcId="{71BFEBB0-1CFB-4C2D-BB80-D88FBEDA8432}" destId="{DF853E8F-7CAD-4D07-996E-8AC751F5C323}" srcOrd="0" destOrd="0" presId="urn:microsoft.com/office/officeart/2005/8/layout/list1"/>
    <dgm:cxn modelId="{276902ED-042F-47BD-823E-10EFA37A770A}" type="presParOf" srcId="{DF853E8F-7CAD-4D07-996E-8AC751F5C323}" destId="{E409C64F-2C04-4A9F-9745-C029B6D23980}" srcOrd="0" destOrd="0" presId="urn:microsoft.com/office/officeart/2005/8/layout/list1"/>
    <dgm:cxn modelId="{C23E2307-7148-47C9-903E-02AA7C689FF2}" type="presParOf" srcId="{DF853E8F-7CAD-4D07-996E-8AC751F5C323}" destId="{F66795DF-6DA0-40CC-A5EF-1FFE737104E5}" srcOrd="1" destOrd="0" presId="urn:microsoft.com/office/officeart/2005/8/layout/list1"/>
    <dgm:cxn modelId="{D7913335-595A-423D-BFDC-7AE34A7E1C13}" type="presParOf" srcId="{71BFEBB0-1CFB-4C2D-BB80-D88FBEDA8432}" destId="{D3A20AB8-63F4-4276-9A82-8158FAA26D37}" srcOrd="1" destOrd="0" presId="urn:microsoft.com/office/officeart/2005/8/layout/list1"/>
    <dgm:cxn modelId="{38D727BD-5F70-4C48-BF7D-87E42985203A}" type="presParOf" srcId="{71BFEBB0-1CFB-4C2D-BB80-D88FBEDA8432}" destId="{2E183F74-C0C9-4E6E-9E90-B64A46B916B9}" srcOrd="2" destOrd="0" presId="urn:microsoft.com/office/officeart/2005/8/layout/list1"/>
    <dgm:cxn modelId="{29998774-3823-4E43-A7AD-F96CE4BDADE4}" type="presParOf" srcId="{71BFEBB0-1CFB-4C2D-BB80-D88FBEDA8432}" destId="{DB1AA41C-554B-4DFF-A50C-5191433BE76E}" srcOrd="3" destOrd="0" presId="urn:microsoft.com/office/officeart/2005/8/layout/list1"/>
    <dgm:cxn modelId="{C9F15A30-2E6B-48C5-BD58-65B8E8FBF9C7}" type="presParOf" srcId="{71BFEBB0-1CFB-4C2D-BB80-D88FBEDA8432}" destId="{507C663F-BC71-45DA-94B2-0E5CD559E7A4}" srcOrd="4" destOrd="0" presId="urn:microsoft.com/office/officeart/2005/8/layout/list1"/>
    <dgm:cxn modelId="{EBB38662-A8B4-4FE8-8F91-19B5BC7A870A}" type="presParOf" srcId="{507C663F-BC71-45DA-94B2-0E5CD559E7A4}" destId="{BC4A2A3F-9F3D-418F-BA89-AC0A60EA57CE}" srcOrd="0" destOrd="0" presId="urn:microsoft.com/office/officeart/2005/8/layout/list1"/>
    <dgm:cxn modelId="{A465B1B1-30D0-4E02-A050-A413B2BDE051}" type="presParOf" srcId="{507C663F-BC71-45DA-94B2-0E5CD559E7A4}" destId="{231C2C14-051F-44DF-85DB-751B27F12373}" srcOrd="1" destOrd="0" presId="urn:microsoft.com/office/officeart/2005/8/layout/list1"/>
    <dgm:cxn modelId="{A3FC2F29-41F8-4605-9CC7-E61B04835E71}" type="presParOf" srcId="{71BFEBB0-1CFB-4C2D-BB80-D88FBEDA8432}" destId="{118CBBBA-3A20-4E95-A720-D7B8BE9C9A53}" srcOrd="5" destOrd="0" presId="urn:microsoft.com/office/officeart/2005/8/layout/list1"/>
    <dgm:cxn modelId="{4006C01C-5847-4032-B138-D8FCA31F5BEB}" type="presParOf" srcId="{71BFEBB0-1CFB-4C2D-BB80-D88FBEDA8432}" destId="{B8D05436-E799-4A8D-AB46-90463E97710F}" srcOrd="6" destOrd="0" presId="urn:microsoft.com/office/officeart/2005/8/layout/list1"/>
    <dgm:cxn modelId="{A1E825C6-1545-42F6-AA62-5F4A96AACE72}" type="presParOf" srcId="{71BFEBB0-1CFB-4C2D-BB80-D88FBEDA8432}" destId="{2773A465-DDA0-4D4F-B675-6659844A21FE}" srcOrd="7" destOrd="0" presId="urn:microsoft.com/office/officeart/2005/8/layout/list1"/>
    <dgm:cxn modelId="{86163A41-AB37-4E6A-836F-B3E3C58649DE}" type="presParOf" srcId="{71BFEBB0-1CFB-4C2D-BB80-D88FBEDA8432}" destId="{3D0DFB26-68AC-49B9-BBE1-B2BB5C39CBA7}" srcOrd="8" destOrd="0" presId="urn:microsoft.com/office/officeart/2005/8/layout/list1"/>
    <dgm:cxn modelId="{5AEAFB28-A300-4CAC-A1E7-38550864A915}" type="presParOf" srcId="{3D0DFB26-68AC-49B9-BBE1-B2BB5C39CBA7}" destId="{BDB6366A-B43D-4AD1-A053-0F9B6AF8423D}" srcOrd="0" destOrd="0" presId="urn:microsoft.com/office/officeart/2005/8/layout/list1"/>
    <dgm:cxn modelId="{9C8C12A5-56D8-456B-A972-8077645256A0}" type="presParOf" srcId="{3D0DFB26-68AC-49B9-BBE1-B2BB5C39CBA7}" destId="{92CFA67D-BA5A-4AAF-A138-DD02065CD79E}" srcOrd="1" destOrd="0" presId="urn:microsoft.com/office/officeart/2005/8/layout/list1"/>
    <dgm:cxn modelId="{9036D7DD-518B-46E9-8DB2-B163C76F626F}" type="presParOf" srcId="{71BFEBB0-1CFB-4C2D-BB80-D88FBEDA8432}" destId="{10E08C11-CAAC-444A-8691-6E4618EA9A73}" srcOrd="9" destOrd="0" presId="urn:microsoft.com/office/officeart/2005/8/layout/list1"/>
    <dgm:cxn modelId="{57CC8081-D1FB-4E1C-8342-EDA2033D396B}" type="presParOf" srcId="{71BFEBB0-1CFB-4C2D-BB80-D88FBEDA8432}" destId="{FC51E6B0-4284-48AC-969E-43314BE268E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23B35B-B53E-4FF0-8015-4A7025F55189}" type="doc">
      <dgm:prSet loTypeId="urn:microsoft.com/office/officeart/2005/8/layout/process4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17CB2CC-D2C7-43F3-9D6C-4B2E5A27DF26}">
      <dgm:prSet phldrT="[Text]"/>
      <dgm:spPr>
        <a:solidFill>
          <a:srgbClr val="FF0000"/>
        </a:solidFill>
      </dgm:spPr>
      <dgm:t>
        <a:bodyPr/>
        <a:lstStyle/>
        <a:p>
          <a:r>
            <a:rPr lang="en-US" b="1">
              <a:solidFill>
                <a:schemeClr val="bg1"/>
              </a:solidFill>
            </a:rPr>
            <a:t>Project Proposal Form Submission</a:t>
          </a:r>
          <a:endParaRPr lang="en-GB" b="1">
            <a:solidFill>
              <a:schemeClr val="bg1"/>
            </a:solidFill>
          </a:endParaRPr>
        </a:p>
      </dgm:t>
    </dgm:pt>
    <dgm:pt modelId="{C6E3F68F-C026-46F1-A595-253B399B99E0}" type="parTrans" cxnId="{EC30E90D-724B-4EFB-A1F9-484519D89BCF}">
      <dgm:prSet/>
      <dgm:spPr/>
      <dgm:t>
        <a:bodyPr/>
        <a:lstStyle/>
        <a:p>
          <a:endParaRPr lang="en-GB"/>
        </a:p>
      </dgm:t>
    </dgm:pt>
    <dgm:pt modelId="{E40C8F55-AA4E-4C29-998E-9BA363D3A1DB}" type="sibTrans" cxnId="{EC30E90D-724B-4EFB-A1F9-484519D89BCF}">
      <dgm:prSet/>
      <dgm:spPr/>
      <dgm:t>
        <a:bodyPr/>
        <a:lstStyle/>
        <a:p>
          <a:endParaRPr lang="en-GB"/>
        </a:p>
      </dgm:t>
    </dgm:pt>
    <dgm:pt modelId="{9433403C-2EBF-463F-9533-1BF44EA78892}">
      <dgm:prSet phldrT="[Text]" custT="1"/>
      <dgm:spPr/>
      <dgm:t>
        <a:bodyPr/>
        <a:lstStyle/>
        <a:p>
          <a:r>
            <a:rPr lang="en-GB" sz="2800" b="1"/>
            <a:t>Wednesday</a:t>
          </a:r>
        </a:p>
        <a:p>
          <a:r>
            <a:rPr lang="en-GB" sz="2800" b="1"/>
            <a:t>17 DECEMBER 2025</a:t>
          </a:r>
        </a:p>
        <a:p>
          <a:r>
            <a:rPr lang="en-GB" sz="2800" b="1"/>
            <a:t>Before 11:59PM</a:t>
          </a:r>
        </a:p>
      </dgm:t>
    </dgm:pt>
    <dgm:pt modelId="{C6D14BFF-958F-4F71-B741-73FC5C2E54AF}" type="parTrans" cxnId="{B9D1C9D7-E46C-435E-A2D3-540C064193B2}">
      <dgm:prSet/>
      <dgm:spPr/>
      <dgm:t>
        <a:bodyPr/>
        <a:lstStyle/>
        <a:p>
          <a:endParaRPr lang="en-GB"/>
        </a:p>
      </dgm:t>
    </dgm:pt>
    <dgm:pt modelId="{A2245173-FEE2-49C3-A623-AF3153821DB1}" type="sibTrans" cxnId="{B9D1C9D7-E46C-435E-A2D3-540C064193B2}">
      <dgm:prSet/>
      <dgm:spPr/>
      <dgm:t>
        <a:bodyPr/>
        <a:lstStyle/>
        <a:p>
          <a:endParaRPr lang="en-GB"/>
        </a:p>
      </dgm:t>
    </dgm:pt>
    <dgm:pt modelId="{84D71967-3CCA-4D87-8B56-D0646781F4AB}">
      <dgm:prSet phldrT="[Text]" custT="1"/>
      <dgm:spPr/>
      <dgm:t>
        <a:bodyPr/>
        <a:lstStyle/>
        <a:p>
          <a:r>
            <a:rPr lang="en-US" sz="2800"/>
            <a:t>Online Submission to </a:t>
          </a:r>
          <a:r>
            <a:rPr lang="en-US" sz="2800" b="1" err="1"/>
            <a:t>FYPPGBank</a:t>
          </a:r>
          <a:r>
            <a:rPr lang="en-US" sz="2800" b="1"/>
            <a:t> System</a:t>
          </a:r>
          <a:endParaRPr lang="en-GB" sz="2800" b="1"/>
        </a:p>
      </dgm:t>
    </dgm:pt>
    <dgm:pt modelId="{E895DFFA-411E-4CF8-A16C-9CC73F2D33F8}" type="parTrans" cxnId="{2512CCF5-DEBF-478F-92F9-FFF1E36F2AAF}">
      <dgm:prSet/>
      <dgm:spPr/>
      <dgm:t>
        <a:bodyPr/>
        <a:lstStyle/>
        <a:p>
          <a:endParaRPr lang="en-GB"/>
        </a:p>
      </dgm:t>
    </dgm:pt>
    <dgm:pt modelId="{0E5C3192-6ED5-455F-BC4C-1917CF5BBA97}" type="sibTrans" cxnId="{2512CCF5-DEBF-478F-92F9-FFF1E36F2AAF}">
      <dgm:prSet/>
      <dgm:spPr/>
      <dgm:t>
        <a:bodyPr/>
        <a:lstStyle/>
        <a:p>
          <a:endParaRPr lang="en-GB"/>
        </a:p>
      </dgm:t>
    </dgm:pt>
    <dgm:pt modelId="{D3919028-2184-4FC1-8B7A-0938011EE6F5}" type="pres">
      <dgm:prSet presAssocID="{A423B35B-B53E-4FF0-8015-4A7025F55189}" presName="Name0" presStyleCnt="0">
        <dgm:presLayoutVars>
          <dgm:dir/>
          <dgm:animLvl val="lvl"/>
          <dgm:resizeHandles val="exact"/>
        </dgm:presLayoutVars>
      </dgm:prSet>
      <dgm:spPr/>
    </dgm:pt>
    <dgm:pt modelId="{5AC8E5E4-70EF-4579-9372-880D52A0CEB3}" type="pres">
      <dgm:prSet presAssocID="{917CB2CC-D2C7-43F3-9D6C-4B2E5A27DF26}" presName="boxAndChildren" presStyleCnt="0"/>
      <dgm:spPr/>
    </dgm:pt>
    <dgm:pt modelId="{2E5E5119-C814-43C1-A441-EA450975AB49}" type="pres">
      <dgm:prSet presAssocID="{917CB2CC-D2C7-43F3-9D6C-4B2E5A27DF26}" presName="parentTextBox" presStyleLbl="node1" presStyleIdx="0" presStyleCnt="1"/>
      <dgm:spPr/>
    </dgm:pt>
    <dgm:pt modelId="{31894A0A-0A8F-4345-B94B-ACBCE26D0CE8}" type="pres">
      <dgm:prSet presAssocID="{917CB2CC-D2C7-43F3-9D6C-4B2E5A27DF26}" presName="entireBox" presStyleLbl="node1" presStyleIdx="0" presStyleCnt="1" custScaleX="92708"/>
      <dgm:spPr/>
    </dgm:pt>
    <dgm:pt modelId="{868BE476-C1B0-46A4-A6CB-EB0CE28380EF}" type="pres">
      <dgm:prSet presAssocID="{917CB2CC-D2C7-43F3-9D6C-4B2E5A27DF26}" presName="descendantBox" presStyleCnt="0"/>
      <dgm:spPr/>
    </dgm:pt>
    <dgm:pt modelId="{5462810B-CC12-4345-BDC7-024CBF643AC9}" type="pres">
      <dgm:prSet presAssocID="{9433403C-2EBF-463F-9533-1BF44EA78892}" presName="childTextBox" presStyleLbl="fgAccFollowNode1" presStyleIdx="0" presStyleCnt="2" custLinFactNeighborX="-2377">
        <dgm:presLayoutVars>
          <dgm:bulletEnabled val="1"/>
        </dgm:presLayoutVars>
      </dgm:prSet>
      <dgm:spPr/>
    </dgm:pt>
    <dgm:pt modelId="{E370D37F-A0EA-459D-B372-9F2C8B4CEB6A}" type="pres">
      <dgm:prSet presAssocID="{84D71967-3CCA-4D87-8B56-D0646781F4AB}" presName="childTextBox" presStyleLbl="fgAccFollowNode1" presStyleIdx="1" presStyleCnt="2">
        <dgm:presLayoutVars>
          <dgm:bulletEnabled val="1"/>
        </dgm:presLayoutVars>
      </dgm:prSet>
      <dgm:spPr/>
    </dgm:pt>
  </dgm:ptLst>
  <dgm:cxnLst>
    <dgm:cxn modelId="{EC30E90D-724B-4EFB-A1F9-484519D89BCF}" srcId="{A423B35B-B53E-4FF0-8015-4A7025F55189}" destId="{917CB2CC-D2C7-43F3-9D6C-4B2E5A27DF26}" srcOrd="0" destOrd="0" parTransId="{C6E3F68F-C026-46F1-A595-253B399B99E0}" sibTransId="{E40C8F55-AA4E-4C29-998E-9BA363D3A1DB}"/>
    <dgm:cxn modelId="{05EE2C72-2A21-4487-AF1C-FCC444A224BB}" type="presOf" srcId="{A423B35B-B53E-4FF0-8015-4A7025F55189}" destId="{D3919028-2184-4FC1-8B7A-0938011EE6F5}" srcOrd="0" destOrd="0" presId="urn:microsoft.com/office/officeart/2005/8/layout/process4"/>
    <dgm:cxn modelId="{EEF4AD81-8146-45C3-8111-DBF434F641B1}" type="presOf" srcId="{9433403C-2EBF-463F-9533-1BF44EA78892}" destId="{5462810B-CC12-4345-BDC7-024CBF643AC9}" srcOrd="0" destOrd="0" presId="urn:microsoft.com/office/officeart/2005/8/layout/process4"/>
    <dgm:cxn modelId="{F5B90298-4A53-4B11-BEB6-5657E54C3483}" type="presOf" srcId="{917CB2CC-D2C7-43F3-9D6C-4B2E5A27DF26}" destId="{2E5E5119-C814-43C1-A441-EA450975AB49}" srcOrd="0" destOrd="0" presId="urn:microsoft.com/office/officeart/2005/8/layout/process4"/>
    <dgm:cxn modelId="{AE0731B5-5EE8-4201-9F0D-7789E4CF549D}" type="presOf" srcId="{84D71967-3CCA-4D87-8B56-D0646781F4AB}" destId="{E370D37F-A0EA-459D-B372-9F2C8B4CEB6A}" srcOrd="0" destOrd="0" presId="urn:microsoft.com/office/officeart/2005/8/layout/process4"/>
    <dgm:cxn modelId="{B9D1C9D7-E46C-435E-A2D3-540C064193B2}" srcId="{917CB2CC-D2C7-43F3-9D6C-4B2E5A27DF26}" destId="{9433403C-2EBF-463F-9533-1BF44EA78892}" srcOrd="0" destOrd="0" parTransId="{C6D14BFF-958F-4F71-B741-73FC5C2E54AF}" sibTransId="{A2245173-FEE2-49C3-A623-AF3153821DB1}"/>
    <dgm:cxn modelId="{2512CCF5-DEBF-478F-92F9-FFF1E36F2AAF}" srcId="{917CB2CC-D2C7-43F3-9D6C-4B2E5A27DF26}" destId="{84D71967-3CCA-4D87-8B56-D0646781F4AB}" srcOrd="1" destOrd="0" parTransId="{E895DFFA-411E-4CF8-A16C-9CC73F2D33F8}" sibTransId="{0E5C3192-6ED5-455F-BC4C-1917CF5BBA97}"/>
    <dgm:cxn modelId="{0C026AFB-ABD8-4BCE-AED9-404AD5AEFC4E}" type="presOf" srcId="{917CB2CC-D2C7-43F3-9D6C-4B2E5A27DF26}" destId="{31894A0A-0A8F-4345-B94B-ACBCE26D0CE8}" srcOrd="1" destOrd="0" presId="urn:microsoft.com/office/officeart/2005/8/layout/process4"/>
    <dgm:cxn modelId="{CF15201A-6854-4D66-BF21-3597412BEC9F}" type="presParOf" srcId="{D3919028-2184-4FC1-8B7A-0938011EE6F5}" destId="{5AC8E5E4-70EF-4579-9372-880D52A0CEB3}" srcOrd="0" destOrd="0" presId="urn:microsoft.com/office/officeart/2005/8/layout/process4"/>
    <dgm:cxn modelId="{60189A3A-DC97-473B-9AEE-A8D0EB57CBDC}" type="presParOf" srcId="{5AC8E5E4-70EF-4579-9372-880D52A0CEB3}" destId="{2E5E5119-C814-43C1-A441-EA450975AB49}" srcOrd="0" destOrd="0" presId="urn:microsoft.com/office/officeart/2005/8/layout/process4"/>
    <dgm:cxn modelId="{14C4206C-4601-4A3E-BBDB-4796797270B5}" type="presParOf" srcId="{5AC8E5E4-70EF-4579-9372-880D52A0CEB3}" destId="{31894A0A-0A8F-4345-B94B-ACBCE26D0CE8}" srcOrd="1" destOrd="0" presId="urn:microsoft.com/office/officeart/2005/8/layout/process4"/>
    <dgm:cxn modelId="{C985EAC5-B5FF-4EE3-8C3B-223B19133FF2}" type="presParOf" srcId="{5AC8E5E4-70EF-4579-9372-880D52A0CEB3}" destId="{868BE476-C1B0-46A4-A6CB-EB0CE28380EF}" srcOrd="2" destOrd="0" presId="urn:microsoft.com/office/officeart/2005/8/layout/process4"/>
    <dgm:cxn modelId="{E81E97B7-41C2-45B8-B383-80825EDCED85}" type="presParOf" srcId="{868BE476-C1B0-46A4-A6CB-EB0CE28380EF}" destId="{5462810B-CC12-4345-BDC7-024CBF643AC9}" srcOrd="0" destOrd="0" presId="urn:microsoft.com/office/officeart/2005/8/layout/process4"/>
    <dgm:cxn modelId="{F83C4BA7-6712-4FCD-8124-CD0AE77535E9}" type="presParOf" srcId="{868BE476-C1B0-46A4-A6CB-EB0CE28380EF}" destId="{E370D37F-A0EA-459D-B372-9F2C8B4CEB6A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423B35B-B53E-4FF0-8015-4A7025F55189}" type="doc">
      <dgm:prSet loTypeId="urn:microsoft.com/office/officeart/2005/8/layout/process4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17CB2CC-D2C7-43F3-9D6C-4B2E5A27DF26}">
      <dgm:prSet phldrT="[Text]"/>
      <dgm:spPr>
        <a:solidFill>
          <a:srgbClr val="FF0000"/>
        </a:solidFill>
      </dgm:spPr>
      <dgm:t>
        <a:bodyPr/>
        <a:lstStyle/>
        <a:p>
          <a:r>
            <a:rPr lang="en-US" b="1">
              <a:solidFill>
                <a:schemeClr val="bg1"/>
              </a:solidFill>
            </a:rPr>
            <a:t>Ethics Form Approval Completion</a:t>
          </a:r>
          <a:endParaRPr lang="en-GB" b="1">
            <a:solidFill>
              <a:schemeClr val="bg1"/>
            </a:solidFill>
          </a:endParaRPr>
        </a:p>
      </dgm:t>
    </dgm:pt>
    <dgm:pt modelId="{C6E3F68F-C026-46F1-A595-253B399B99E0}" type="parTrans" cxnId="{EC30E90D-724B-4EFB-A1F9-484519D89BCF}">
      <dgm:prSet/>
      <dgm:spPr/>
      <dgm:t>
        <a:bodyPr/>
        <a:lstStyle/>
        <a:p>
          <a:endParaRPr lang="en-GB"/>
        </a:p>
      </dgm:t>
    </dgm:pt>
    <dgm:pt modelId="{E40C8F55-AA4E-4C29-998E-9BA363D3A1DB}" type="sibTrans" cxnId="{EC30E90D-724B-4EFB-A1F9-484519D89BCF}">
      <dgm:prSet/>
      <dgm:spPr/>
      <dgm:t>
        <a:bodyPr/>
        <a:lstStyle/>
        <a:p>
          <a:endParaRPr lang="en-GB"/>
        </a:p>
      </dgm:t>
    </dgm:pt>
    <dgm:pt modelId="{84D71967-3CCA-4D87-8B56-D0646781F4AB}">
      <dgm:prSet phldrT="[Text]" custT="1"/>
      <dgm:spPr/>
      <dgm:t>
        <a:bodyPr/>
        <a:lstStyle/>
        <a:p>
          <a:r>
            <a:rPr lang="en-US" sz="2400"/>
            <a:t>Online Submission to </a:t>
          </a:r>
          <a:r>
            <a:rPr lang="en-US" sz="2400" b="1" err="1"/>
            <a:t>FYPPGBank</a:t>
          </a:r>
          <a:r>
            <a:rPr lang="en-US" sz="2400" b="1"/>
            <a:t> System</a:t>
          </a:r>
          <a:endParaRPr lang="en-GB" sz="2000" b="1"/>
        </a:p>
      </dgm:t>
    </dgm:pt>
    <dgm:pt modelId="{E895DFFA-411E-4CF8-A16C-9CC73F2D33F8}" type="parTrans" cxnId="{2512CCF5-DEBF-478F-92F9-FFF1E36F2AAF}">
      <dgm:prSet/>
      <dgm:spPr/>
      <dgm:t>
        <a:bodyPr/>
        <a:lstStyle/>
        <a:p>
          <a:endParaRPr lang="en-GB"/>
        </a:p>
      </dgm:t>
    </dgm:pt>
    <dgm:pt modelId="{0E5C3192-6ED5-455F-BC4C-1917CF5BBA97}" type="sibTrans" cxnId="{2512CCF5-DEBF-478F-92F9-FFF1E36F2AAF}">
      <dgm:prSet/>
      <dgm:spPr/>
      <dgm:t>
        <a:bodyPr/>
        <a:lstStyle/>
        <a:p>
          <a:endParaRPr lang="en-GB"/>
        </a:p>
      </dgm:t>
    </dgm:pt>
    <dgm:pt modelId="{7D757EE7-536F-4E10-96E5-1997DDD1BDE1}">
      <dgm:prSet phldrT="[Text]"/>
      <dgm:spPr>
        <a:solidFill>
          <a:srgbClr val="00B050"/>
        </a:solidFill>
        <a:ln>
          <a:solidFill>
            <a:srgbClr val="00B050"/>
          </a:solidFill>
        </a:ln>
      </dgm:spPr>
      <dgm:t>
        <a:bodyPr/>
        <a:lstStyle/>
        <a:p>
          <a:r>
            <a:rPr lang="en-US" b="1">
              <a:solidFill>
                <a:schemeClr val="bg1"/>
              </a:solidFill>
            </a:rPr>
            <a:t>IR Submission &amp; Meeting </a:t>
          </a:r>
          <a:r>
            <a:rPr lang="en-US" b="1" err="1">
              <a:solidFill>
                <a:schemeClr val="bg1"/>
              </a:solidFill>
            </a:rPr>
            <a:t>Logsheets</a:t>
          </a:r>
          <a:r>
            <a:rPr lang="en-US" b="1">
              <a:solidFill>
                <a:schemeClr val="bg1"/>
              </a:solidFill>
            </a:rPr>
            <a:t> </a:t>
          </a:r>
          <a:endParaRPr lang="en-GB" b="1">
            <a:solidFill>
              <a:schemeClr val="tx1"/>
            </a:solidFill>
          </a:endParaRPr>
        </a:p>
      </dgm:t>
    </dgm:pt>
    <dgm:pt modelId="{4DA4FCEA-1752-41F3-9032-522ED928A142}" type="parTrans" cxnId="{CE93B494-E8E8-4983-8734-5A0C5B8BD499}">
      <dgm:prSet/>
      <dgm:spPr/>
      <dgm:t>
        <a:bodyPr/>
        <a:lstStyle/>
        <a:p>
          <a:endParaRPr lang="en-GB"/>
        </a:p>
      </dgm:t>
    </dgm:pt>
    <dgm:pt modelId="{8CEB41D2-F28F-4810-AE7A-C23884239A2A}" type="sibTrans" cxnId="{CE93B494-E8E8-4983-8734-5A0C5B8BD499}">
      <dgm:prSet/>
      <dgm:spPr/>
      <dgm:t>
        <a:bodyPr/>
        <a:lstStyle/>
        <a:p>
          <a:endParaRPr lang="en-GB"/>
        </a:p>
      </dgm:t>
    </dgm:pt>
    <dgm:pt modelId="{8D7274CD-7CA2-4587-88CA-99ED1744284B}">
      <dgm:prSet phldrT="[Text]" custT="1"/>
      <dgm:spPr/>
      <dgm:t>
        <a:bodyPr/>
        <a:lstStyle/>
        <a:p>
          <a:r>
            <a:rPr lang="en-GB" sz="2400" b="1"/>
            <a:t>Wednesday, 11</a:t>
          </a:r>
          <a:r>
            <a:rPr lang="en-GB" sz="2400" b="1" baseline="30000"/>
            <a:t>th</a:t>
          </a:r>
          <a:r>
            <a:rPr lang="en-GB" sz="2400" b="1"/>
            <a:t>  March 2026</a:t>
          </a:r>
        </a:p>
        <a:p>
          <a:r>
            <a:rPr lang="en-GB" sz="2400" b="1"/>
            <a:t>Before 11:59PM</a:t>
          </a:r>
        </a:p>
      </dgm:t>
    </dgm:pt>
    <dgm:pt modelId="{5D5DE431-069A-4460-8C3B-52DAFCE2B668}" type="parTrans" cxnId="{59A0A109-F6DC-4678-939B-C33D754FD0AC}">
      <dgm:prSet/>
      <dgm:spPr/>
      <dgm:t>
        <a:bodyPr/>
        <a:lstStyle/>
        <a:p>
          <a:endParaRPr lang="en-GB"/>
        </a:p>
      </dgm:t>
    </dgm:pt>
    <dgm:pt modelId="{994438C6-13EB-436B-A692-75E80C6B81B6}" type="sibTrans" cxnId="{59A0A109-F6DC-4678-939B-C33D754FD0AC}">
      <dgm:prSet/>
      <dgm:spPr/>
      <dgm:t>
        <a:bodyPr/>
        <a:lstStyle/>
        <a:p>
          <a:endParaRPr lang="en-GB"/>
        </a:p>
      </dgm:t>
    </dgm:pt>
    <dgm:pt modelId="{8C939E18-F567-4858-824B-D454CA708B34}">
      <dgm:prSet phldrT="[Text]" custT="1"/>
      <dgm:spPr/>
      <dgm:t>
        <a:bodyPr/>
        <a:lstStyle/>
        <a:p>
          <a:r>
            <a:rPr lang="en-US" sz="2400"/>
            <a:t>Online Submission to </a:t>
          </a:r>
          <a:r>
            <a:rPr lang="en-US" sz="2400" b="1"/>
            <a:t>Moodle</a:t>
          </a:r>
          <a:r>
            <a:rPr lang="en-US" sz="2400"/>
            <a:t> - link will be shared later.</a:t>
          </a:r>
          <a:endParaRPr lang="en-GB" sz="2400"/>
        </a:p>
      </dgm:t>
    </dgm:pt>
    <dgm:pt modelId="{B28AA738-1702-4881-80D7-D066DCA476E1}" type="parTrans" cxnId="{84F3AD12-4B51-487F-B9B3-CC7E0CC75D80}">
      <dgm:prSet/>
      <dgm:spPr/>
      <dgm:t>
        <a:bodyPr/>
        <a:lstStyle/>
        <a:p>
          <a:endParaRPr lang="en-GB"/>
        </a:p>
      </dgm:t>
    </dgm:pt>
    <dgm:pt modelId="{06C83988-B430-4357-99BE-348A58D29B99}" type="sibTrans" cxnId="{84F3AD12-4B51-487F-B9B3-CC7E0CC75D80}">
      <dgm:prSet/>
      <dgm:spPr/>
      <dgm:t>
        <a:bodyPr/>
        <a:lstStyle/>
        <a:p>
          <a:endParaRPr lang="en-GB"/>
        </a:p>
      </dgm:t>
    </dgm:pt>
    <dgm:pt modelId="{55A9A500-E5C6-4F0C-80DE-31B7480B46C3}">
      <dgm:prSet custT="1"/>
      <dgm:spPr/>
      <dgm:t>
        <a:bodyPr/>
        <a:lstStyle/>
        <a:p>
          <a:r>
            <a:rPr lang="en-MY" sz="2400" b="1"/>
            <a:t>Week of 23</a:t>
          </a:r>
          <a:r>
            <a:rPr lang="en-MY" sz="2400" b="1" baseline="30000"/>
            <a:t>RD</a:t>
          </a:r>
          <a:r>
            <a:rPr lang="en-MY" sz="2400" b="1"/>
            <a:t> February 2026</a:t>
          </a:r>
        </a:p>
        <a:p>
          <a:r>
            <a:rPr lang="en-MY" sz="2400" b="1"/>
            <a:t>Before 11:59PM</a:t>
          </a:r>
        </a:p>
      </dgm:t>
    </dgm:pt>
    <dgm:pt modelId="{EBECF20A-EF52-4E78-893A-797C99B529F5}" type="parTrans" cxnId="{22075D24-0E56-44F7-8FA9-882F43A8F6DA}">
      <dgm:prSet/>
      <dgm:spPr/>
      <dgm:t>
        <a:bodyPr/>
        <a:lstStyle/>
        <a:p>
          <a:endParaRPr lang="en-MY"/>
        </a:p>
      </dgm:t>
    </dgm:pt>
    <dgm:pt modelId="{7167D87B-282E-442B-A78F-4B4B1B2CCCFE}" type="sibTrans" cxnId="{22075D24-0E56-44F7-8FA9-882F43A8F6DA}">
      <dgm:prSet/>
      <dgm:spPr/>
      <dgm:t>
        <a:bodyPr/>
        <a:lstStyle/>
        <a:p>
          <a:endParaRPr lang="en-MY"/>
        </a:p>
      </dgm:t>
    </dgm:pt>
    <dgm:pt modelId="{D3919028-2184-4FC1-8B7A-0938011EE6F5}" type="pres">
      <dgm:prSet presAssocID="{A423B35B-B53E-4FF0-8015-4A7025F55189}" presName="Name0" presStyleCnt="0">
        <dgm:presLayoutVars>
          <dgm:dir/>
          <dgm:animLvl val="lvl"/>
          <dgm:resizeHandles val="exact"/>
        </dgm:presLayoutVars>
      </dgm:prSet>
      <dgm:spPr/>
    </dgm:pt>
    <dgm:pt modelId="{63B24721-F00C-44A2-90D2-6AD02FF41CBA}" type="pres">
      <dgm:prSet presAssocID="{7D757EE7-536F-4E10-96E5-1997DDD1BDE1}" presName="boxAndChildren" presStyleCnt="0"/>
      <dgm:spPr/>
    </dgm:pt>
    <dgm:pt modelId="{1B511864-C577-4F00-BE4E-14D9C20A03FF}" type="pres">
      <dgm:prSet presAssocID="{7D757EE7-536F-4E10-96E5-1997DDD1BDE1}" presName="parentTextBox" presStyleLbl="node1" presStyleIdx="0" presStyleCnt="2"/>
      <dgm:spPr/>
    </dgm:pt>
    <dgm:pt modelId="{EA053C30-8F75-477B-B736-0455330717F6}" type="pres">
      <dgm:prSet presAssocID="{7D757EE7-536F-4E10-96E5-1997DDD1BDE1}" presName="entireBox" presStyleLbl="node1" presStyleIdx="0" presStyleCnt="2" custLinFactNeighborY="-8117"/>
      <dgm:spPr/>
    </dgm:pt>
    <dgm:pt modelId="{DBC0A53B-00F4-4829-81AF-AEA8EF16A028}" type="pres">
      <dgm:prSet presAssocID="{7D757EE7-536F-4E10-96E5-1997DDD1BDE1}" presName="descendantBox" presStyleCnt="0"/>
      <dgm:spPr/>
    </dgm:pt>
    <dgm:pt modelId="{36B582DD-709E-4B35-8B74-96001B1C44A3}" type="pres">
      <dgm:prSet presAssocID="{8D7274CD-7CA2-4587-88CA-99ED1744284B}" presName="childTextBox" presStyleLbl="fgAccFollowNode1" presStyleIdx="0" presStyleCnt="4" custScaleY="143085" custLinFactNeighborY="-17047">
        <dgm:presLayoutVars>
          <dgm:bulletEnabled val="1"/>
        </dgm:presLayoutVars>
      </dgm:prSet>
      <dgm:spPr/>
    </dgm:pt>
    <dgm:pt modelId="{16C87D43-CFAB-4FFF-B3D7-AF655D89FEE7}" type="pres">
      <dgm:prSet presAssocID="{8C939E18-F567-4858-824B-D454CA708B34}" presName="childTextBox" presStyleLbl="fgAccFollowNode1" presStyleIdx="1" presStyleCnt="4" custScaleY="138004" custLinFactNeighborY="-19173">
        <dgm:presLayoutVars>
          <dgm:bulletEnabled val="1"/>
        </dgm:presLayoutVars>
      </dgm:prSet>
      <dgm:spPr/>
    </dgm:pt>
    <dgm:pt modelId="{3F8DA4B1-52BA-4EEA-8D03-8DEDF8303CAB}" type="pres">
      <dgm:prSet presAssocID="{E40C8F55-AA4E-4C29-998E-9BA363D3A1DB}" presName="sp" presStyleCnt="0"/>
      <dgm:spPr/>
    </dgm:pt>
    <dgm:pt modelId="{17C772AB-6ECE-4C56-83F5-BD744AEBED7F}" type="pres">
      <dgm:prSet presAssocID="{917CB2CC-D2C7-43F3-9D6C-4B2E5A27DF26}" presName="arrowAndChildren" presStyleCnt="0"/>
      <dgm:spPr/>
    </dgm:pt>
    <dgm:pt modelId="{44133B6C-77EB-42B6-B9F1-C6DEE21767EA}" type="pres">
      <dgm:prSet presAssocID="{917CB2CC-D2C7-43F3-9D6C-4B2E5A27DF26}" presName="parentTextArrow" presStyleLbl="node1" presStyleIdx="0" presStyleCnt="2"/>
      <dgm:spPr/>
    </dgm:pt>
    <dgm:pt modelId="{B19FA4C0-914D-41C8-B749-16F9850C8F78}" type="pres">
      <dgm:prSet presAssocID="{917CB2CC-D2C7-43F3-9D6C-4B2E5A27DF26}" presName="arrow" presStyleLbl="node1" presStyleIdx="1" presStyleCnt="2" custLinFactNeighborY="-371"/>
      <dgm:spPr/>
    </dgm:pt>
    <dgm:pt modelId="{0F2DE923-9CD3-435E-A8B5-105AEC7F4EC9}" type="pres">
      <dgm:prSet presAssocID="{917CB2CC-D2C7-43F3-9D6C-4B2E5A27DF26}" presName="descendantArrow" presStyleCnt="0"/>
      <dgm:spPr/>
    </dgm:pt>
    <dgm:pt modelId="{4064183E-1407-4DB2-B76E-84229E5245C2}" type="pres">
      <dgm:prSet presAssocID="{55A9A500-E5C6-4F0C-80DE-31B7480B46C3}" presName="childTextArrow" presStyleLbl="fgAccFollowNode1" presStyleIdx="2" presStyleCnt="4" custScaleY="148525" custLinFactNeighborY="-7387">
        <dgm:presLayoutVars>
          <dgm:bulletEnabled val="1"/>
        </dgm:presLayoutVars>
      </dgm:prSet>
      <dgm:spPr/>
    </dgm:pt>
    <dgm:pt modelId="{6680397D-C80C-42E5-89AB-3587DB08E454}" type="pres">
      <dgm:prSet presAssocID="{84D71967-3CCA-4D87-8B56-D0646781F4AB}" presName="childTextArrow" presStyleLbl="fgAccFollowNode1" presStyleIdx="3" presStyleCnt="4" custScaleY="148525" custLinFactNeighborY="-8962">
        <dgm:presLayoutVars>
          <dgm:bulletEnabled val="1"/>
        </dgm:presLayoutVars>
      </dgm:prSet>
      <dgm:spPr/>
    </dgm:pt>
  </dgm:ptLst>
  <dgm:cxnLst>
    <dgm:cxn modelId="{59A0A109-F6DC-4678-939B-C33D754FD0AC}" srcId="{7D757EE7-536F-4E10-96E5-1997DDD1BDE1}" destId="{8D7274CD-7CA2-4587-88CA-99ED1744284B}" srcOrd="0" destOrd="0" parTransId="{5D5DE431-069A-4460-8C3B-52DAFCE2B668}" sibTransId="{994438C6-13EB-436B-A692-75E80C6B81B6}"/>
    <dgm:cxn modelId="{EC30E90D-724B-4EFB-A1F9-484519D89BCF}" srcId="{A423B35B-B53E-4FF0-8015-4A7025F55189}" destId="{917CB2CC-D2C7-43F3-9D6C-4B2E5A27DF26}" srcOrd="0" destOrd="0" parTransId="{C6E3F68F-C026-46F1-A595-253B399B99E0}" sibTransId="{E40C8F55-AA4E-4C29-998E-9BA363D3A1DB}"/>
    <dgm:cxn modelId="{84F3AD12-4B51-487F-B9B3-CC7E0CC75D80}" srcId="{7D757EE7-536F-4E10-96E5-1997DDD1BDE1}" destId="{8C939E18-F567-4858-824B-D454CA708B34}" srcOrd="1" destOrd="0" parTransId="{B28AA738-1702-4881-80D7-D066DCA476E1}" sibTransId="{06C83988-B430-4357-99BE-348A58D29B99}"/>
    <dgm:cxn modelId="{22075D24-0E56-44F7-8FA9-882F43A8F6DA}" srcId="{917CB2CC-D2C7-43F3-9D6C-4B2E5A27DF26}" destId="{55A9A500-E5C6-4F0C-80DE-31B7480B46C3}" srcOrd="0" destOrd="0" parTransId="{EBECF20A-EF52-4E78-893A-797C99B529F5}" sibTransId="{7167D87B-282E-442B-A78F-4B4B1B2CCCFE}"/>
    <dgm:cxn modelId="{A901AE24-4511-4B09-B2CD-DDB6B26B5BAA}" type="presOf" srcId="{8C939E18-F567-4858-824B-D454CA708B34}" destId="{16C87D43-CFAB-4FFF-B3D7-AF655D89FEE7}" srcOrd="0" destOrd="0" presId="urn:microsoft.com/office/officeart/2005/8/layout/process4"/>
    <dgm:cxn modelId="{2CA3CD2A-AAED-4590-A268-49C5DE524667}" type="presOf" srcId="{7D757EE7-536F-4E10-96E5-1997DDD1BDE1}" destId="{1B511864-C577-4F00-BE4E-14D9C20A03FF}" srcOrd="0" destOrd="0" presId="urn:microsoft.com/office/officeart/2005/8/layout/process4"/>
    <dgm:cxn modelId="{22FBA739-3CA3-4981-8550-A2AA69DEFE65}" type="presOf" srcId="{8D7274CD-7CA2-4587-88CA-99ED1744284B}" destId="{36B582DD-709E-4B35-8B74-96001B1C44A3}" srcOrd="0" destOrd="0" presId="urn:microsoft.com/office/officeart/2005/8/layout/process4"/>
    <dgm:cxn modelId="{A40CEF41-EE16-477D-9983-649912BA1730}" type="presOf" srcId="{84D71967-3CCA-4D87-8B56-D0646781F4AB}" destId="{6680397D-C80C-42E5-89AB-3587DB08E454}" srcOrd="0" destOrd="0" presId="urn:microsoft.com/office/officeart/2005/8/layout/process4"/>
    <dgm:cxn modelId="{C097C269-F891-446D-9FCC-8259C09A29B6}" type="presOf" srcId="{A423B35B-B53E-4FF0-8015-4A7025F55189}" destId="{D3919028-2184-4FC1-8B7A-0938011EE6F5}" srcOrd="0" destOrd="0" presId="urn:microsoft.com/office/officeart/2005/8/layout/process4"/>
    <dgm:cxn modelId="{ED5BE64C-58B5-430C-9742-0FF505029154}" type="presOf" srcId="{917CB2CC-D2C7-43F3-9D6C-4B2E5A27DF26}" destId="{B19FA4C0-914D-41C8-B749-16F9850C8F78}" srcOrd="1" destOrd="0" presId="urn:microsoft.com/office/officeart/2005/8/layout/process4"/>
    <dgm:cxn modelId="{9EA6E050-D9F9-4509-97ED-F71BC2BE08E7}" type="presOf" srcId="{7D757EE7-536F-4E10-96E5-1997DDD1BDE1}" destId="{EA053C30-8F75-477B-B736-0455330717F6}" srcOrd="1" destOrd="0" presId="urn:microsoft.com/office/officeart/2005/8/layout/process4"/>
    <dgm:cxn modelId="{CE93B494-E8E8-4983-8734-5A0C5B8BD499}" srcId="{A423B35B-B53E-4FF0-8015-4A7025F55189}" destId="{7D757EE7-536F-4E10-96E5-1997DDD1BDE1}" srcOrd="1" destOrd="0" parTransId="{4DA4FCEA-1752-41F3-9032-522ED928A142}" sibTransId="{8CEB41D2-F28F-4810-AE7A-C23884239A2A}"/>
    <dgm:cxn modelId="{497CB4A5-473E-4ED7-B848-70187D483775}" type="presOf" srcId="{917CB2CC-D2C7-43F3-9D6C-4B2E5A27DF26}" destId="{44133B6C-77EB-42B6-B9F1-C6DEE21767EA}" srcOrd="0" destOrd="0" presId="urn:microsoft.com/office/officeart/2005/8/layout/process4"/>
    <dgm:cxn modelId="{8BBD83CA-FDD9-464C-B9E9-4FE66210251C}" type="presOf" srcId="{55A9A500-E5C6-4F0C-80DE-31B7480B46C3}" destId="{4064183E-1407-4DB2-B76E-84229E5245C2}" srcOrd="0" destOrd="0" presId="urn:microsoft.com/office/officeart/2005/8/layout/process4"/>
    <dgm:cxn modelId="{2512CCF5-DEBF-478F-92F9-FFF1E36F2AAF}" srcId="{917CB2CC-D2C7-43F3-9D6C-4B2E5A27DF26}" destId="{84D71967-3CCA-4D87-8B56-D0646781F4AB}" srcOrd="1" destOrd="0" parTransId="{E895DFFA-411E-4CF8-A16C-9CC73F2D33F8}" sibTransId="{0E5C3192-6ED5-455F-BC4C-1917CF5BBA97}"/>
    <dgm:cxn modelId="{A763E6BF-DFD4-40E3-A9E4-E4C5D0A16E15}" type="presParOf" srcId="{D3919028-2184-4FC1-8B7A-0938011EE6F5}" destId="{63B24721-F00C-44A2-90D2-6AD02FF41CBA}" srcOrd="0" destOrd="0" presId="urn:microsoft.com/office/officeart/2005/8/layout/process4"/>
    <dgm:cxn modelId="{F578D29F-2711-4B87-AEA0-A8821FE8A382}" type="presParOf" srcId="{63B24721-F00C-44A2-90D2-6AD02FF41CBA}" destId="{1B511864-C577-4F00-BE4E-14D9C20A03FF}" srcOrd="0" destOrd="0" presId="urn:microsoft.com/office/officeart/2005/8/layout/process4"/>
    <dgm:cxn modelId="{08E302B6-872D-40D8-9DA7-3123B72D5171}" type="presParOf" srcId="{63B24721-F00C-44A2-90D2-6AD02FF41CBA}" destId="{EA053C30-8F75-477B-B736-0455330717F6}" srcOrd="1" destOrd="0" presId="urn:microsoft.com/office/officeart/2005/8/layout/process4"/>
    <dgm:cxn modelId="{2C2AC852-B258-4C49-B239-4BAB232B7614}" type="presParOf" srcId="{63B24721-F00C-44A2-90D2-6AD02FF41CBA}" destId="{DBC0A53B-00F4-4829-81AF-AEA8EF16A028}" srcOrd="2" destOrd="0" presId="urn:microsoft.com/office/officeart/2005/8/layout/process4"/>
    <dgm:cxn modelId="{5B418D9F-FA2E-43C2-B9CE-957CEFC50FD6}" type="presParOf" srcId="{DBC0A53B-00F4-4829-81AF-AEA8EF16A028}" destId="{36B582DD-709E-4B35-8B74-96001B1C44A3}" srcOrd="0" destOrd="0" presId="urn:microsoft.com/office/officeart/2005/8/layout/process4"/>
    <dgm:cxn modelId="{E8E02985-499D-4AF5-A700-64BEFD3E433A}" type="presParOf" srcId="{DBC0A53B-00F4-4829-81AF-AEA8EF16A028}" destId="{16C87D43-CFAB-4FFF-B3D7-AF655D89FEE7}" srcOrd="1" destOrd="0" presId="urn:microsoft.com/office/officeart/2005/8/layout/process4"/>
    <dgm:cxn modelId="{F907387E-7221-4ECE-A8C0-D99A9627C4FF}" type="presParOf" srcId="{D3919028-2184-4FC1-8B7A-0938011EE6F5}" destId="{3F8DA4B1-52BA-4EEA-8D03-8DEDF8303CAB}" srcOrd="1" destOrd="0" presId="urn:microsoft.com/office/officeart/2005/8/layout/process4"/>
    <dgm:cxn modelId="{E0FF52D8-6612-49F5-951F-13E8027E5C7F}" type="presParOf" srcId="{D3919028-2184-4FC1-8B7A-0938011EE6F5}" destId="{17C772AB-6ECE-4C56-83F5-BD744AEBED7F}" srcOrd="2" destOrd="0" presId="urn:microsoft.com/office/officeart/2005/8/layout/process4"/>
    <dgm:cxn modelId="{0B08A0E5-8675-4F61-8EC3-BF0C74A17BFB}" type="presParOf" srcId="{17C772AB-6ECE-4C56-83F5-BD744AEBED7F}" destId="{44133B6C-77EB-42B6-B9F1-C6DEE21767EA}" srcOrd="0" destOrd="0" presId="urn:microsoft.com/office/officeart/2005/8/layout/process4"/>
    <dgm:cxn modelId="{8AB2A765-EC56-41FD-AD1F-D1335A7AA25E}" type="presParOf" srcId="{17C772AB-6ECE-4C56-83F5-BD744AEBED7F}" destId="{B19FA4C0-914D-41C8-B749-16F9850C8F78}" srcOrd="1" destOrd="0" presId="urn:microsoft.com/office/officeart/2005/8/layout/process4"/>
    <dgm:cxn modelId="{A4E34F6F-E88C-40CC-8401-900BB9EE6AAA}" type="presParOf" srcId="{17C772AB-6ECE-4C56-83F5-BD744AEBED7F}" destId="{0F2DE923-9CD3-435E-A8B5-105AEC7F4EC9}" srcOrd="2" destOrd="0" presId="urn:microsoft.com/office/officeart/2005/8/layout/process4"/>
    <dgm:cxn modelId="{5B34E8D3-6D03-42E1-8636-5D7AF9EB628D}" type="presParOf" srcId="{0F2DE923-9CD3-435E-A8B5-105AEC7F4EC9}" destId="{4064183E-1407-4DB2-B76E-84229E5245C2}" srcOrd="0" destOrd="0" presId="urn:microsoft.com/office/officeart/2005/8/layout/process4"/>
    <dgm:cxn modelId="{78BED7A5-74DB-40B3-95E4-91272FE42EE2}" type="presParOf" srcId="{0F2DE923-9CD3-435E-A8B5-105AEC7F4EC9}" destId="{6680397D-C80C-42E5-89AB-3587DB08E454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423B35B-B53E-4FF0-8015-4A7025F55189}" type="doc">
      <dgm:prSet loTypeId="urn:microsoft.com/office/officeart/2005/8/layout/process4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17CB2CC-D2C7-43F3-9D6C-4B2E5A27DF26}">
      <dgm:prSet phldrT="[Text]"/>
      <dgm:spPr>
        <a:solidFill>
          <a:srgbClr val="FF0000"/>
        </a:solidFill>
      </dgm:spPr>
      <dgm:t>
        <a:bodyPr/>
        <a:lstStyle/>
        <a:p>
          <a:r>
            <a:rPr lang="en-US" b="1"/>
            <a:t>Softcopy Final Document </a:t>
          </a:r>
          <a:r>
            <a:rPr lang="en-US" b="1">
              <a:solidFill>
                <a:schemeClr val="bg1"/>
              </a:solidFill>
            </a:rPr>
            <a:t>Submission</a:t>
          </a:r>
          <a:endParaRPr lang="en-GB" b="1">
            <a:solidFill>
              <a:schemeClr val="bg1"/>
            </a:solidFill>
          </a:endParaRPr>
        </a:p>
      </dgm:t>
    </dgm:pt>
    <dgm:pt modelId="{C6E3F68F-C026-46F1-A595-253B399B99E0}" type="parTrans" cxnId="{EC30E90D-724B-4EFB-A1F9-484519D89BCF}">
      <dgm:prSet/>
      <dgm:spPr/>
      <dgm:t>
        <a:bodyPr/>
        <a:lstStyle/>
        <a:p>
          <a:endParaRPr lang="en-GB"/>
        </a:p>
      </dgm:t>
    </dgm:pt>
    <dgm:pt modelId="{E40C8F55-AA4E-4C29-998E-9BA363D3A1DB}" type="sibTrans" cxnId="{EC30E90D-724B-4EFB-A1F9-484519D89BCF}">
      <dgm:prSet/>
      <dgm:spPr/>
      <dgm:t>
        <a:bodyPr/>
        <a:lstStyle/>
        <a:p>
          <a:endParaRPr lang="en-GB"/>
        </a:p>
      </dgm:t>
    </dgm:pt>
    <dgm:pt modelId="{9433403C-2EBF-463F-9533-1BF44EA78892}">
      <dgm:prSet phldrT="[Text]" custT="1"/>
      <dgm:spPr/>
      <dgm:t>
        <a:bodyPr/>
        <a:lstStyle/>
        <a:p>
          <a:r>
            <a:rPr lang="en-GB" sz="2400" b="1"/>
            <a:t>Wednesday, 22</a:t>
          </a:r>
          <a:r>
            <a:rPr lang="en-GB" sz="2400" b="1" baseline="30000"/>
            <a:t>nd</a:t>
          </a:r>
          <a:r>
            <a:rPr lang="en-GB" sz="2400" b="1"/>
            <a:t>  July 2026</a:t>
          </a:r>
        </a:p>
        <a:p>
          <a:r>
            <a:rPr lang="en-GB" sz="2400" b="1"/>
            <a:t>Before 11:59PM</a:t>
          </a:r>
        </a:p>
      </dgm:t>
    </dgm:pt>
    <dgm:pt modelId="{C6D14BFF-958F-4F71-B741-73FC5C2E54AF}" type="parTrans" cxnId="{B9D1C9D7-E46C-435E-A2D3-540C064193B2}">
      <dgm:prSet/>
      <dgm:spPr/>
      <dgm:t>
        <a:bodyPr/>
        <a:lstStyle/>
        <a:p>
          <a:endParaRPr lang="en-GB"/>
        </a:p>
      </dgm:t>
    </dgm:pt>
    <dgm:pt modelId="{A2245173-FEE2-49C3-A623-AF3153821DB1}" type="sibTrans" cxnId="{B9D1C9D7-E46C-435E-A2D3-540C064193B2}">
      <dgm:prSet/>
      <dgm:spPr/>
      <dgm:t>
        <a:bodyPr/>
        <a:lstStyle/>
        <a:p>
          <a:endParaRPr lang="en-GB"/>
        </a:p>
      </dgm:t>
    </dgm:pt>
    <dgm:pt modelId="{84D71967-3CCA-4D87-8B56-D0646781F4AB}">
      <dgm:prSet phldrT="[Text]" custT="1"/>
      <dgm:spPr/>
      <dgm:t>
        <a:bodyPr/>
        <a:lstStyle/>
        <a:p>
          <a:r>
            <a:rPr lang="en-US" sz="2400"/>
            <a:t>Online Submission to Moodle - link will be shared later..</a:t>
          </a:r>
          <a:endParaRPr lang="en-GB" sz="2400"/>
        </a:p>
      </dgm:t>
    </dgm:pt>
    <dgm:pt modelId="{E895DFFA-411E-4CF8-A16C-9CC73F2D33F8}" type="parTrans" cxnId="{2512CCF5-DEBF-478F-92F9-FFF1E36F2AAF}">
      <dgm:prSet/>
      <dgm:spPr/>
      <dgm:t>
        <a:bodyPr/>
        <a:lstStyle/>
        <a:p>
          <a:endParaRPr lang="en-GB"/>
        </a:p>
      </dgm:t>
    </dgm:pt>
    <dgm:pt modelId="{0E5C3192-6ED5-455F-BC4C-1917CF5BBA97}" type="sibTrans" cxnId="{2512CCF5-DEBF-478F-92F9-FFF1E36F2AAF}">
      <dgm:prSet/>
      <dgm:spPr/>
      <dgm:t>
        <a:bodyPr/>
        <a:lstStyle/>
        <a:p>
          <a:endParaRPr lang="en-GB"/>
        </a:p>
      </dgm:t>
    </dgm:pt>
    <dgm:pt modelId="{7D757EE7-536F-4E10-96E5-1997DDD1BDE1}">
      <dgm:prSet phldrT="[Text]"/>
      <dgm:spPr>
        <a:solidFill>
          <a:srgbClr val="00B050"/>
        </a:solidFill>
        <a:ln>
          <a:solidFill>
            <a:srgbClr val="00B050"/>
          </a:solidFill>
        </a:ln>
      </dgm:spPr>
      <dgm:t>
        <a:bodyPr/>
        <a:lstStyle/>
        <a:p>
          <a:r>
            <a:rPr lang="en-US" b="1"/>
            <a:t>Hardbound Final Document </a:t>
          </a:r>
          <a:r>
            <a:rPr lang="en-US" b="1">
              <a:solidFill>
                <a:schemeClr val="bg1"/>
              </a:solidFill>
            </a:rPr>
            <a:t>Submission</a:t>
          </a:r>
          <a:endParaRPr lang="en-GB" b="1">
            <a:solidFill>
              <a:schemeClr val="bg1"/>
            </a:solidFill>
          </a:endParaRPr>
        </a:p>
      </dgm:t>
    </dgm:pt>
    <dgm:pt modelId="{4DA4FCEA-1752-41F3-9032-522ED928A142}" type="parTrans" cxnId="{CE93B494-E8E8-4983-8734-5A0C5B8BD499}">
      <dgm:prSet/>
      <dgm:spPr/>
      <dgm:t>
        <a:bodyPr/>
        <a:lstStyle/>
        <a:p>
          <a:endParaRPr lang="en-GB"/>
        </a:p>
      </dgm:t>
    </dgm:pt>
    <dgm:pt modelId="{8CEB41D2-F28F-4810-AE7A-C23884239A2A}" type="sibTrans" cxnId="{CE93B494-E8E8-4983-8734-5A0C5B8BD499}">
      <dgm:prSet/>
      <dgm:spPr/>
      <dgm:t>
        <a:bodyPr/>
        <a:lstStyle/>
        <a:p>
          <a:endParaRPr lang="en-GB"/>
        </a:p>
      </dgm:t>
    </dgm:pt>
    <dgm:pt modelId="{8C939E18-F567-4858-824B-D454CA708B34}">
      <dgm:prSet phldrT="[Text]" custT="1"/>
      <dgm:spPr/>
      <dgm:t>
        <a:bodyPr/>
        <a:lstStyle/>
        <a:p>
          <a:r>
            <a:rPr lang="en-GB" sz="2400">
              <a:solidFill>
                <a:srgbClr val="FF0000"/>
              </a:solidFill>
            </a:rPr>
            <a:t>Need not print and submit your Hardbound FYP documentation</a:t>
          </a:r>
        </a:p>
      </dgm:t>
    </dgm:pt>
    <dgm:pt modelId="{B28AA738-1702-4881-80D7-D066DCA476E1}" type="parTrans" cxnId="{84F3AD12-4B51-487F-B9B3-CC7E0CC75D80}">
      <dgm:prSet/>
      <dgm:spPr/>
      <dgm:t>
        <a:bodyPr/>
        <a:lstStyle/>
        <a:p>
          <a:endParaRPr lang="en-GB"/>
        </a:p>
      </dgm:t>
    </dgm:pt>
    <dgm:pt modelId="{06C83988-B430-4357-99BE-348A58D29B99}" type="sibTrans" cxnId="{84F3AD12-4B51-487F-B9B3-CC7E0CC75D80}">
      <dgm:prSet/>
      <dgm:spPr/>
      <dgm:t>
        <a:bodyPr/>
        <a:lstStyle/>
        <a:p>
          <a:endParaRPr lang="en-GB"/>
        </a:p>
      </dgm:t>
    </dgm:pt>
    <dgm:pt modelId="{D3919028-2184-4FC1-8B7A-0938011EE6F5}" type="pres">
      <dgm:prSet presAssocID="{A423B35B-B53E-4FF0-8015-4A7025F55189}" presName="Name0" presStyleCnt="0">
        <dgm:presLayoutVars>
          <dgm:dir/>
          <dgm:animLvl val="lvl"/>
          <dgm:resizeHandles val="exact"/>
        </dgm:presLayoutVars>
      </dgm:prSet>
      <dgm:spPr/>
    </dgm:pt>
    <dgm:pt modelId="{A117B25D-417B-4C91-B14E-8E826D3226E4}" type="pres">
      <dgm:prSet presAssocID="{7D757EE7-536F-4E10-96E5-1997DDD1BDE1}" presName="boxAndChildren" presStyleCnt="0"/>
      <dgm:spPr/>
    </dgm:pt>
    <dgm:pt modelId="{983F3DCC-7ED2-41D1-A7E6-DCFA29BE973C}" type="pres">
      <dgm:prSet presAssocID="{7D757EE7-536F-4E10-96E5-1997DDD1BDE1}" presName="parentTextBox" presStyleLbl="node1" presStyleIdx="0" presStyleCnt="2"/>
      <dgm:spPr/>
    </dgm:pt>
    <dgm:pt modelId="{6D6FBF4E-8216-486F-90B8-22F24FB20944}" type="pres">
      <dgm:prSet presAssocID="{7D757EE7-536F-4E10-96E5-1997DDD1BDE1}" presName="entireBox" presStyleLbl="node1" presStyleIdx="0" presStyleCnt="2" custScaleY="71044"/>
      <dgm:spPr/>
    </dgm:pt>
    <dgm:pt modelId="{984E2E98-0972-4F4A-8A34-14D6EE3AB01A}" type="pres">
      <dgm:prSet presAssocID="{7D757EE7-536F-4E10-96E5-1997DDD1BDE1}" presName="descendantBox" presStyleCnt="0"/>
      <dgm:spPr/>
    </dgm:pt>
    <dgm:pt modelId="{A3BAC933-647A-413D-A508-3AEABE1BF1C8}" type="pres">
      <dgm:prSet presAssocID="{8C939E18-F567-4858-824B-D454CA708B34}" presName="childTextBox" presStyleLbl="fgAccFollowNode1" presStyleIdx="0" presStyleCnt="3" custScaleY="101358">
        <dgm:presLayoutVars>
          <dgm:bulletEnabled val="1"/>
        </dgm:presLayoutVars>
      </dgm:prSet>
      <dgm:spPr/>
    </dgm:pt>
    <dgm:pt modelId="{3F8DA4B1-52BA-4EEA-8D03-8DEDF8303CAB}" type="pres">
      <dgm:prSet presAssocID="{E40C8F55-AA4E-4C29-998E-9BA363D3A1DB}" presName="sp" presStyleCnt="0"/>
      <dgm:spPr/>
    </dgm:pt>
    <dgm:pt modelId="{17C772AB-6ECE-4C56-83F5-BD744AEBED7F}" type="pres">
      <dgm:prSet presAssocID="{917CB2CC-D2C7-43F3-9D6C-4B2E5A27DF26}" presName="arrowAndChildren" presStyleCnt="0"/>
      <dgm:spPr/>
    </dgm:pt>
    <dgm:pt modelId="{44133B6C-77EB-42B6-B9F1-C6DEE21767EA}" type="pres">
      <dgm:prSet presAssocID="{917CB2CC-D2C7-43F3-9D6C-4B2E5A27DF26}" presName="parentTextArrow" presStyleLbl="node1" presStyleIdx="0" presStyleCnt="2"/>
      <dgm:spPr/>
    </dgm:pt>
    <dgm:pt modelId="{B19FA4C0-914D-41C8-B749-16F9850C8F78}" type="pres">
      <dgm:prSet presAssocID="{917CB2CC-D2C7-43F3-9D6C-4B2E5A27DF26}" presName="arrow" presStyleLbl="node1" presStyleIdx="1" presStyleCnt="2" custLinFactNeighborY="-5743"/>
      <dgm:spPr/>
    </dgm:pt>
    <dgm:pt modelId="{0F2DE923-9CD3-435E-A8B5-105AEC7F4EC9}" type="pres">
      <dgm:prSet presAssocID="{917CB2CC-D2C7-43F3-9D6C-4B2E5A27DF26}" presName="descendantArrow" presStyleCnt="0"/>
      <dgm:spPr/>
    </dgm:pt>
    <dgm:pt modelId="{D42D9821-B9AF-40E1-BA2D-E11F64C3D1B4}" type="pres">
      <dgm:prSet presAssocID="{9433403C-2EBF-463F-9533-1BF44EA78892}" presName="childTextArrow" presStyleLbl="fgAccFollowNode1" presStyleIdx="1" presStyleCnt="3" custScaleX="164556" custScaleY="145943">
        <dgm:presLayoutVars>
          <dgm:bulletEnabled val="1"/>
        </dgm:presLayoutVars>
      </dgm:prSet>
      <dgm:spPr/>
    </dgm:pt>
    <dgm:pt modelId="{6680397D-C80C-42E5-89AB-3587DB08E454}" type="pres">
      <dgm:prSet presAssocID="{84D71967-3CCA-4D87-8B56-D0646781F4AB}" presName="childTextArrow" presStyleLbl="fgAccFollowNode1" presStyleIdx="2" presStyleCnt="3" custScaleY="143091">
        <dgm:presLayoutVars>
          <dgm:bulletEnabled val="1"/>
        </dgm:presLayoutVars>
      </dgm:prSet>
      <dgm:spPr/>
    </dgm:pt>
  </dgm:ptLst>
  <dgm:cxnLst>
    <dgm:cxn modelId="{EC30E90D-724B-4EFB-A1F9-484519D89BCF}" srcId="{A423B35B-B53E-4FF0-8015-4A7025F55189}" destId="{917CB2CC-D2C7-43F3-9D6C-4B2E5A27DF26}" srcOrd="0" destOrd="0" parTransId="{C6E3F68F-C026-46F1-A595-253B399B99E0}" sibTransId="{E40C8F55-AA4E-4C29-998E-9BA363D3A1DB}"/>
    <dgm:cxn modelId="{F3325710-934C-48BC-B48D-9FA993D3FB11}" type="presOf" srcId="{917CB2CC-D2C7-43F3-9D6C-4B2E5A27DF26}" destId="{44133B6C-77EB-42B6-B9F1-C6DEE21767EA}" srcOrd="0" destOrd="0" presId="urn:microsoft.com/office/officeart/2005/8/layout/process4"/>
    <dgm:cxn modelId="{84F3AD12-4B51-487F-B9B3-CC7E0CC75D80}" srcId="{7D757EE7-536F-4E10-96E5-1997DDD1BDE1}" destId="{8C939E18-F567-4858-824B-D454CA708B34}" srcOrd="0" destOrd="0" parTransId="{B28AA738-1702-4881-80D7-D066DCA476E1}" sibTransId="{06C83988-B430-4357-99BE-348A58D29B99}"/>
    <dgm:cxn modelId="{00516126-9ABC-483E-89CF-AC944CE6DF39}" type="presOf" srcId="{8C939E18-F567-4858-824B-D454CA708B34}" destId="{A3BAC933-647A-413D-A508-3AEABE1BF1C8}" srcOrd="0" destOrd="0" presId="urn:microsoft.com/office/officeart/2005/8/layout/process4"/>
    <dgm:cxn modelId="{6CAF9440-DC0F-437D-B1C1-DA2AF94743A6}" type="presOf" srcId="{A423B35B-B53E-4FF0-8015-4A7025F55189}" destId="{D3919028-2184-4FC1-8B7A-0938011EE6F5}" srcOrd="0" destOrd="0" presId="urn:microsoft.com/office/officeart/2005/8/layout/process4"/>
    <dgm:cxn modelId="{FC9FBC51-D2A8-45D6-BE51-7BEC83545A00}" type="presOf" srcId="{7D757EE7-536F-4E10-96E5-1997DDD1BDE1}" destId="{983F3DCC-7ED2-41D1-A7E6-DCFA29BE973C}" srcOrd="0" destOrd="0" presId="urn:microsoft.com/office/officeart/2005/8/layout/process4"/>
    <dgm:cxn modelId="{754B7357-31DD-4C58-84E0-3A9956FBBCC0}" type="presOf" srcId="{84D71967-3CCA-4D87-8B56-D0646781F4AB}" destId="{6680397D-C80C-42E5-89AB-3587DB08E454}" srcOrd="0" destOrd="0" presId="urn:microsoft.com/office/officeart/2005/8/layout/process4"/>
    <dgm:cxn modelId="{E692E37C-252F-49B9-9CAF-96F1023C4A4E}" type="presOf" srcId="{9433403C-2EBF-463F-9533-1BF44EA78892}" destId="{D42D9821-B9AF-40E1-BA2D-E11F64C3D1B4}" srcOrd="0" destOrd="0" presId="urn:microsoft.com/office/officeart/2005/8/layout/process4"/>
    <dgm:cxn modelId="{CE93B494-E8E8-4983-8734-5A0C5B8BD499}" srcId="{A423B35B-B53E-4FF0-8015-4A7025F55189}" destId="{7D757EE7-536F-4E10-96E5-1997DDD1BDE1}" srcOrd="1" destOrd="0" parTransId="{4DA4FCEA-1752-41F3-9032-522ED928A142}" sibTransId="{8CEB41D2-F28F-4810-AE7A-C23884239A2A}"/>
    <dgm:cxn modelId="{B14D7AA5-5551-4959-B036-0DC266032EFA}" type="presOf" srcId="{917CB2CC-D2C7-43F3-9D6C-4B2E5A27DF26}" destId="{B19FA4C0-914D-41C8-B749-16F9850C8F78}" srcOrd="1" destOrd="0" presId="urn:microsoft.com/office/officeart/2005/8/layout/process4"/>
    <dgm:cxn modelId="{1DBA79BE-44A3-4BF4-90E9-4552923F8695}" type="presOf" srcId="{7D757EE7-536F-4E10-96E5-1997DDD1BDE1}" destId="{6D6FBF4E-8216-486F-90B8-22F24FB20944}" srcOrd="1" destOrd="0" presId="urn:microsoft.com/office/officeart/2005/8/layout/process4"/>
    <dgm:cxn modelId="{B9D1C9D7-E46C-435E-A2D3-540C064193B2}" srcId="{917CB2CC-D2C7-43F3-9D6C-4B2E5A27DF26}" destId="{9433403C-2EBF-463F-9533-1BF44EA78892}" srcOrd="0" destOrd="0" parTransId="{C6D14BFF-958F-4F71-B741-73FC5C2E54AF}" sibTransId="{A2245173-FEE2-49C3-A623-AF3153821DB1}"/>
    <dgm:cxn modelId="{2512CCF5-DEBF-478F-92F9-FFF1E36F2AAF}" srcId="{917CB2CC-D2C7-43F3-9D6C-4B2E5A27DF26}" destId="{84D71967-3CCA-4D87-8B56-D0646781F4AB}" srcOrd="1" destOrd="0" parTransId="{E895DFFA-411E-4CF8-A16C-9CC73F2D33F8}" sibTransId="{0E5C3192-6ED5-455F-BC4C-1917CF5BBA97}"/>
    <dgm:cxn modelId="{6A76C0EE-8594-43EA-AE1A-4165D0DC1AA1}" type="presParOf" srcId="{D3919028-2184-4FC1-8B7A-0938011EE6F5}" destId="{A117B25D-417B-4C91-B14E-8E826D3226E4}" srcOrd="0" destOrd="0" presId="urn:microsoft.com/office/officeart/2005/8/layout/process4"/>
    <dgm:cxn modelId="{3EB258C9-D582-431F-AE9F-BB0E1DD6A49A}" type="presParOf" srcId="{A117B25D-417B-4C91-B14E-8E826D3226E4}" destId="{983F3DCC-7ED2-41D1-A7E6-DCFA29BE973C}" srcOrd="0" destOrd="0" presId="urn:microsoft.com/office/officeart/2005/8/layout/process4"/>
    <dgm:cxn modelId="{D6315D7B-8D2B-4159-B635-E6D6F482D51F}" type="presParOf" srcId="{A117B25D-417B-4C91-B14E-8E826D3226E4}" destId="{6D6FBF4E-8216-486F-90B8-22F24FB20944}" srcOrd="1" destOrd="0" presId="urn:microsoft.com/office/officeart/2005/8/layout/process4"/>
    <dgm:cxn modelId="{FD30A310-3A29-4528-A1BF-7AF9110167B7}" type="presParOf" srcId="{A117B25D-417B-4C91-B14E-8E826D3226E4}" destId="{984E2E98-0972-4F4A-8A34-14D6EE3AB01A}" srcOrd="2" destOrd="0" presId="urn:microsoft.com/office/officeart/2005/8/layout/process4"/>
    <dgm:cxn modelId="{08E5752F-8ED2-4AA7-BCDF-9FC298EA8715}" type="presParOf" srcId="{984E2E98-0972-4F4A-8A34-14D6EE3AB01A}" destId="{A3BAC933-647A-413D-A508-3AEABE1BF1C8}" srcOrd="0" destOrd="0" presId="urn:microsoft.com/office/officeart/2005/8/layout/process4"/>
    <dgm:cxn modelId="{9D8629BC-6059-47D2-8DF9-0408C5C095EA}" type="presParOf" srcId="{D3919028-2184-4FC1-8B7A-0938011EE6F5}" destId="{3F8DA4B1-52BA-4EEA-8D03-8DEDF8303CAB}" srcOrd="1" destOrd="0" presId="urn:microsoft.com/office/officeart/2005/8/layout/process4"/>
    <dgm:cxn modelId="{FDC4A8C5-6D56-4F7F-9BDF-99AB5EAE38E5}" type="presParOf" srcId="{D3919028-2184-4FC1-8B7A-0938011EE6F5}" destId="{17C772AB-6ECE-4C56-83F5-BD744AEBED7F}" srcOrd="2" destOrd="0" presId="urn:microsoft.com/office/officeart/2005/8/layout/process4"/>
    <dgm:cxn modelId="{D7D0F4B8-36BA-4131-935F-F8D68A57B881}" type="presParOf" srcId="{17C772AB-6ECE-4C56-83F5-BD744AEBED7F}" destId="{44133B6C-77EB-42B6-B9F1-C6DEE21767EA}" srcOrd="0" destOrd="0" presId="urn:microsoft.com/office/officeart/2005/8/layout/process4"/>
    <dgm:cxn modelId="{DE384CE4-5566-4C92-931F-3F6F0E4BCE28}" type="presParOf" srcId="{17C772AB-6ECE-4C56-83F5-BD744AEBED7F}" destId="{B19FA4C0-914D-41C8-B749-16F9850C8F78}" srcOrd="1" destOrd="0" presId="urn:microsoft.com/office/officeart/2005/8/layout/process4"/>
    <dgm:cxn modelId="{DE8B05B4-8262-4BCA-B305-CDF65182CB31}" type="presParOf" srcId="{17C772AB-6ECE-4C56-83F5-BD744AEBED7F}" destId="{0F2DE923-9CD3-435E-A8B5-105AEC7F4EC9}" srcOrd="2" destOrd="0" presId="urn:microsoft.com/office/officeart/2005/8/layout/process4"/>
    <dgm:cxn modelId="{64023072-65A9-471D-8107-BADC564B71C6}" type="presParOf" srcId="{0F2DE923-9CD3-435E-A8B5-105AEC7F4EC9}" destId="{D42D9821-B9AF-40E1-BA2D-E11F64C3D1B4}" srcOrd="0" destOrd="0" presId="urn:microsoft.com/office/officeart/2005/8/layout/process4"/>
    <dgm:cxn modelId="{98742EC4-653A-491D-8587-E49CE7426ECC}" type="presParOf" srcId="{0F2DE923-9CD3-435E-A8B5-105AEC7F4EC9}" destId="{6680397D-C80C-42E5-89AB-3587DB08E454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423B35B-B53E-4FF0-8015-4A7025F55189}" type="doc">
      <dgm:prSet loTypeId="urn:microsoft.com/office/officeart/2005/8/layout/hProcess6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917CB2CC-D2C7-43F3-9D6C-4B2E5A27DF26}">
      <dgm:prSet phldrT="[Text]" custT="1"/>
      <dgm:spPr>
        <a:solidFill>
          <a:srgbClr val="FF0000"/>
        </a:solidFill>
      </dgm:spPr>
      <dgm:t>
        <a:bodyPr/>
        <a:lstStyle/>
        <a:p>
          <a:r>
            <a:rPr lang="en-US" sz="1100" b="1">
              <a:solidFill>
                <a:schemeClr val="bg1"/>
              </a:solidFill>
            </a:rPr>
            <a:t>STUDENT SUBMIT THE PROJECT PROPOSAL</a:t>
          </a:r>
          <a:endParaRPr lang="en-GB" sz="1100" b="1">
            <a:solidFill>
              <a:schemeClr val="bg1"/>
            </a:solidFill>
          </a:endParaRPr>
        </a:p>
      </dgm:t>
    </dgm:pt>
    <dgm:pt modelId="{C6E3F68F-C026-46F1-A595-253B399B99E0}" type="parTrans" cxnId="{EC30E90D-724B-4EFB-A1F9-484519D89BCF}">
      <dgm:prSet/>
      <dgm:spPr/>
      <dgm:t>
        <a:bodyPr/>
        <a:lstStyle/>
        <a:p>
          <a:endParaRPr lang="en-GB"/>
        </a:p>
      </dgm:t>
    </dgm:pt>
    <dgm:pt modelId="{E40C8F55-AA4E-4C29-998E-9BA363D3A1DB}" type="sibTrans" cxnId="{EC30E90D-724B-4EFB-A1F9-484519D89BCF}">
      <dgm:prSet/>
      <dgm:spPr>
        <a:solidFill>
          <a:schemeClr val="tx1"/>
        </a:solidFill>
      </dgm:spPr>
      <dgm:t>
        <a:bodyPr/>
        <a:lstStyle/>
        <a:p>
          <a:endParaRPr lang="en-GB"/>
        </a:p>
      </dgm:t>
    </dgm:pt>
    <dgm:pt modelId="{7D757EE7-536F-4E10-96E5-1997DDD1BDE1}">
      <dgm:prSet phldrT="[Text]" custT="1"/>
      <dgm:spPr>
        <a:solidFill>
          <a:srgbClr val="00B050"/>
        </a:solidFill>
        <a:ln>
          <a:solidFill>
            <a:srgbClr val="00B050"/>
          </a:solidFill>
        </a:ln>
      </dgm:spPr>
      <dgm:t>
        <a:bodyPr/>
        <a:lstStyle/>
        <a:p>
          <a:r>
            <a:rPr lang="en-US" sz="1100" b="1">
              <a:solidFill>
                <a:schemeClr val="bg1"/>
              </a:solidFill>
            </a:rPr>
            <a:t>SUPERVISORS ARE ASSIGNED</a:t>
          </a:r>
          <a:endParaRPr lang="en-GB" sz="1100" b="1">
            <a:solidFill>
              <a:schemeClr val="bg1"/>
            </a:solidFill>
          </a:endParaRPr>
        </a:p>
      </dgm:t>
    </dgm:pt>
    <dgm:pt modelId="{4DA4FCEA-1752-41F3-9032-522ED928A142}" type="parTrans" cxnId="{CE93B494-E8E8-4983-8734-5A0C5B8BD499}">
      <dgm:prSet/>
      <dgm:spPr/>
      <dgm:t>
        <a:bodyPr/>
        <a:lstStyle/>
        <a:p>
          <a:endParaRPr lang="en-GB"/>
        </a:p>
      </dgm:t>
    </dgm:pt>
    <dgm:pt modelId="{8CEB41D2-F28F-4810-AE7A-C23884239A2A}" type="sibTrans" cxnId="{CE93B494-E8E8-4983-8734-5A0C5B8BD499}">
      <dgm:prSet/>
      <dgm:spPr>
        <a:solidFill>
          <a:schemeClr val="tx1"/>
        </a:solidFill>
      </dgm:spPr>
      <dgm:t>
        <a:bodyPr/>
        <a:lstStyle/>
        <a:p>
          <a:endParaRPr lang="en-GB"/>
        </a:p>
      </dgm:t>
    </dgm:pt>
    <dgm:pt modelId="{1AF8786F-007D-461D-AE9A-E63EFEB88889}">
      <dgm:prSet phldrT="[Text]" custT="1"/>
      <dgm:spPr>
        <a:solidFill>
          <a:srgbClr val="0070C0"/>
        </a:solidFill>
      </dgm:spPr>
      <dgm:t>
        <a:bodyPr/>
        <a:lstStyle/>
        <a:p>
          <a:r>
            <a:rPr lang="en-US" sz="1000" b="1"/>
            <a:t>MEET SUPERVISOR TO CONFIRM THE TITLE AND SCOPE</a:t>
          </a:r>
          <a:endParaRPr lang="en-GB" sz="1000" b="1"/>
        </a:p>
      </dgm:t>
    </dgm:pt>
    <dgm:pt modelId="{A2B0215F-1C0B-4ED6-AD34-A7662499CDB1}" type="parTrans" cxnId="{B8720721-4FD0-400C-8C38-F237545E2AF4}">
      <dgm:prSet/>
      <dgm:spPr/>
      <dgm:t>
        <a:bodyPr/>
        <a:lstStyle/>
        <a:p>
          <a:endParaRPr lang="en-GB"/>
        </a:p>
      </dgm:t>
    </dgm:pt>
    <dgm:pt modelId="{E48DA892-09CD-43D3-B587-DE2B9E5A9E2B}" type="sibTrans" cxnId="{B8720721-4FD0-400C-8C38-F237545E2AF4}">
      <dgm:prSet/>
      <dgm:spPr/>
      <dgm:t>
        <a:bodyPr/>
        <a:lstStyle/>
        <a:p>
          <a:endParaRPr lang="en-GB"/>
        </a:p>
      </dgm:t>
    </dgm:pt>
    <dgm:pt modelId="{43BA82AD-9E14-1543-82C0-8A452F15A724}" type="pres">
      <dgm:prSet presAssocID="{A423B35B-B53E-4FF0-8015-4A7025F55189}" presName="theList" presStyleCnt="0">
        <dgm:presLayoutVars>
          <dgm:dir/>
          <dgm:animLvl val="lvl"/>
          <dgm:resizeHandles val="exact"/>
        </dgm:presLayoutVars>
      </dgm:prSet>
      <dgm:spPr/>
    </dgm:pt>
    <dgm:pt modelId="{EEA7A493-2E22-FD42-BFD8-733681D1ACB8}" type="pres">
      <dgm:prSet presAssocID="{917CB2CC-D2C7-43F3-9D6C-4B2E5A27DF26}" presName="compNode" presStyleCnt="0"/>
      <dgm:spPr/>
    </dgm:pt>
    <dgm:pt modelId="{95D5BEAA-735C-A64F-98A1-4B341A20568E}" type="pres">
      <dgm:prSet presAssocID="{917CB2CC-D2C7-43F3-9D6C-4B2E5A27DF26}" presName="noGeometry" presStyleCnt="0"/>
      <dgm:spPr/>
    </dgm:pt>
    <dgm:pt modelId="{62D83996-D550-A243-A879-CDFB11AFAF75}" type="pres">
      <dgm:prSet presAssocID="{917CB2CC-D2C7-43F3-9D6C-4B2E5A27DF26}" presName="childTextVisible" presStyleLbl="bgAccFollowNode1" presStyleIdx="0" presStyleCnt="3">
        <dgm:presLayoutVars>
          <dgm:bulletEnabled val="1"/>
        </dgm:presLayoutVars>
      </dgm:prSet>
      <dgm:spPr/>
    </dgm:pt>
    <dgm:pt modelId="{4878F987-11FE-F44B-B9C2-2CCA35BBBD75}" type="pres">
      <dgm:prSet presAssocID="{917CB2CC-D2C7-43F3-9D6C-4B2E5A27DF26}" presName="childTextHidden" presStyleLbl="bgAccFollowNode1" presStyleIdx="0" presStyleCnt="3"/>
      <dgm:spPr/>
    </dgm:pt>
    <dgm:pt modelId="{7B5C2A49-AE9E-DA40-ABF1-2EFCDE533E25}" type="pres">
      <dgm:prSet presAssocID="{917CB2CC-D2C7-43F3-9D6C-4B2E5A27DF26}" presName="parentText" presStyleLbl="node1" presStyleIdx="0" presStyleCnt="3" custScaleX="142742">
        <dgm:presLayoutVars>
          <dgm:chMax val="1"/>
          <dgm:bulletEnabled val="1"/>
        </dgm:presLayoutVars>
      </dgm:prSet>
      <dgm:spPr/>
    </dgm:pt>
    <dgm:pt modelId="{34D4263C-2332-794B-A95F-FC769BA0BD0B}" type="pres">
      <dgm:prSet presAssocID="{917CB2CC-D2C7-43F3-9D6C-4B2E5A27DF26}" presName="aSpace" presStyleCnt="0"/>
      <dgm:spPr/>
    </dgm:pt>
    <dgm:pt modelId="{C8A3212F-4965-334C-A887-535F21BA8FFC}" type="pres">
      <dgm:prSet presAssocID="{7D757EE7-536F-4E10-96E5-1997DDD1BDE1}" presName="compNode" presStyleCnt="0"/>
      <dgm:spPr/>
    </dgm:pt>
    <dgm:pt modelId="{02A685DD-53CC-2D4B-BA61-04BDCBFEA451}" type="pres">
      <dgm:prSet presAssocID="{7D757EE7-536F-4E10-96E5-1997DDD1BDE1}" presName="noGeometry" presStyleCnt="0"/>
      <dgm:spPr/>
    </dgm:pt>
    <dgm:pt modelId="{7FDEA012-A617-D140-B57B-CB2D74622E6E}" type="pres">
      <dgm:prSet presAssocID="{7D757EE7-536F-4E10-96E5-1997DDD1BDE1}" presName="childTextVisible" presStyleLbl="bgAccFollowNode1" presStyleIdx="1" presStyleCnt="3">
        <dgm:presLayoutVars>
          <dgm:bulletEnabled val="1"/>
        </dgm:presLayoutVars>
      </dgm:prSet>
      <dgm:spPr/>
    </dgm:pt>
    <dgm:pt modelId="{5A55E4CC-51D9-574D-8A8F-969CDE81E584}" type="pres">
      <dgm:prSet presAssocID="{7D757EE7-536F-4E10-96E5-1997DDD1BDE1}" presName="childTextHidden" presStyleLbl="bgAccFollowNode1" presStyleIdx="1" presStyleCnt="3"/>
      <dgm:spPr/>
    </dgm:pt>
    <dgm:pt modelId="{7DF37831-F805-8C42-A9BD-16A1510F7BD4}" type="pres">
      <dgm:prSet presAssocID="{7D757EE7-536F-4E10-96E5-1997DDD1BDE1}" presName="parentText" presStyleLbl="node1" presStyleIdx="1" presStyleCnt="3" custScaleX="164155">
        <dgm:presLayoutVars>
          <dgm:chMax val="1"/>
          <dgm:bulletEnabled val="1"/>
        </dgm:presLayoutVars>
      </dgm:prSet>
      <dgm:spPr/>
    </dgm:pt>
    <dgm:pt modelId="{7739B639-CF01-7A42-80F0-22BCDAF29B5D}" type="pres">
      <dgm:prSet presAssocID="{7D757EE7-536F-4E10-96E5-1997DDD1BDE1}" presName="aSpace" presStyleCnt="0"/>
      <dgm:spPr/>
    </dgm:pt>
    <dgm:pt modelId="{E8367BE6-14CA-8D40-97CB-5FC719D5565C}" type="pres">
      <dgm:prSet presAssocID="{1AF8786F-007D-461D-AE9A-E63EFEB88889}" presName="compNode" presStyleCnt="0"/>
      <dgm:spPr/>
    </dgm:pt>
    <dgm:pt modelId="{547A9EF9-CE37-AA48-931E-ACB0325851B7}" type="pres">
      <dgm:prSet presAssocID="{1AF8786F-007D-461D-AE9A-E63EFEB88889}" presName="noGeometry" presStyleCnt="0"/>
      <dgm:spPr/>
    </dgm:pt>
    <dgm:pt modelId="{1CB31023-9650-234C-9DC3-59E34F773B97}" type="pres">
      <dgm:prSet presAssocID="{1AF8786F-007D-461D-AE9A-E63EFEB88889}" presName="childTextVisible" presStyleLbl="bgAccFollowNode1" presStyleIdx="2" presStyleCnt="3">
        <dgm:presLayoutVars>
          <dgm:bulletEnabled val="1"/>
        </dgm:presLayoutVars>
      </dgm:prSet>
      <dgm:spPr/>
    </dgm:pt>
    <dgm:pt modelId="{A4A8B826-791D-A643-984C-F32BCB9EB18C}" type="pres">
      <dgm:prSet presAssocID="{1AF8786F-007D-461D-AE9A-E63EFEB88889}" presName="childTextHidden" presStyleLbl="bgAccFollowNode1" presStyleIdx="2" presStyleCnt="3"/>
      <dgm:spPr/>
    </dgm:pt>
    <dgm:pt modelId="{60256D83-6E9D-FE4E-A14E-EA5881DC9B94}" type="pres">
      <dgm:prSet presAssocID="{1AF8786F-007D-461D-AE9A-E63EFEB88889}" presName="parentText" presStyleLbl="node1" presStyleIdx="2" presStyleCnt="3" custScaleX="151232">
        <dgm:presLayoutVars>
          <dgm:chMax val="1"/>
          <dgm:bulletEnabled val="1"/>
        </dgm:presLayoutVars>
      </dgm:prSet>
      <dgm:spPr/>
    </dgm:pt>
  </dgm:ptLst>
  <dgm:cxnLst>
    <dgm:cxn modelId="{EC30E90D-724B-4EFB-A1F9-484519D89BCF}" srcId="{A423B35B-B53E-4FF0-8015-4A7025F55189}" destId="{917CB2CC-D2C7-43F3-9D6C-4B2E5A27DF26}" srcOrd="0" destOrd="0" parTransId="{C6E3F68F-C026-46F1-A595-253B399B99E0}" sibTransId="{E40C8F55-AA4E-4C29-998E-9BA363D3A1DB}"/>
    <dgm:cxn modelId="{DD453C16-A976-FA4E-8A43-D15441016FFE}" type="presOf" srcId="{7D757EE7-536F-4E10-96E5-1997DDD1BDE1}" destId="{7DF37831-F805-8C42-A9BD-16A1510F7BD4}" srcOrd="0" destOrd="0" presId="urn:microsoft.com/office/officeart/2005/8/layout/hProcess6"/>
    <dgm:cxn modelId="{B8720721-4FD0-400C-8C38-F237545E2AF4}" srcId="{A423B35B-B53E-4FF0-8015-4A7025F55189}" destId="{1AF8786F-007D-461D-AE9A-E63EFEB88889}" srcOrd="2" destOrd="0" parTransId="{A2B0215F-1C0B-4ED6-AD34-A7662499CDB1}" sibTransId="{E48DA892-09CD-43D3-B587-DE2B9E5A9E2B}"/>
    <dgm:cxn modelId="{2DB6AC7E-900C-9C40-982C-49B236410816}" type="presOf" srcId="{A423B35B-B53E-4FF0-8015-4A7025F55189}" destId="{43BA82AD-9E14-1543-82C0-8A452F15A724}" srcOrd="0" destOrd="0" presId="urn:microsoft.com/office/officeart/2005/8/layout/hProcess6"/>
    <dgm:cxn modelId="{CE93B494-E8E8-4983-8734-5A0C5B8BD499}" srcId="{A423B35B-B53E-4FF0-8015-4A7025F55189}" destId="{7D757EE7-536F-4E10-96E5-1997DDD1BDE1}" srcOrd="1" destOrd="0" parTransId="{4DA4FCEA-1752-41F3-9032-522ED928A142}" sibTransId="{8CEB41D2-F28F-4810-AE7A-C23884239A2A}"/>
    <dgm:cxn modelId="{4D87A6DD-15F7-214A-ADCC-B53F36557548}" type="presOf" srcId="{917CB2CC-D2C7-43F3-9D6C-4B2E5A27DF26}" destId="{7B5C2A49-AE9E-DA40-ABF1-2EFCDE533E25}" srcOrd="0" destOrd="0" presId="urn:microsoft.com/office/officeart/2005/8/layout/hProcess6"/>
    <dgm:cxn modelId="{344B72E7-0C4E-A246-86C1-1CA0DBA28333}" type="presOf" srcId="{1AF8786F-007D-461D-AE9A-E63EFEB88889}" destId="{60256D83-6E9D-FE4E-A14E-EA5881DC9B94}" srcOrd="0" destOrd="0" presId="urn:microsoft.com/office/officeart/2005/8/layout/hProcess6"/>
    <dgm:cxn modelId="{5804A628-386E-3340-9369-A260EF9617B8}" type="presParOf" srcId="{43BA82AD-9E14-1543-82C0-8A452F15A724}" destId="{EEA7A493-2E22-FD42-BFD8-733681D1ACB8}" srcOrd="0" destOrd="0" presId="urn:microsoft.com/office/officeart/2005/8/layout/hProcess6"/>
    <dgm:cxn modelId="{BE454CA9-C9D3-B743-BADD-3525B5EDB8D1}" type="presParOf" srcId="{EEA7A493-2E22-FD42-BFD8-733681D1ACB8}" destId="{95D5BEAA-735C-A64F-98A1-4B341A20568E}" srcOrd="0" destOrd="0" presId="urn:microsoft.com/office/officeart/2005/8/layout/hProcess6"/>
    <dgm:cxn modelId="{35FCBE01-B45A-6344-AFD8-1110FF91BD37}" type="presParOf" srcId="{EEA7A493-2E22-FD42-BFD8-733681D1ACB8}" destId="{62D83996-D550-A243-A879-CDFB11AFAF75}" srcOrd="1" destOrd="0" presId="urn:microsoft.com/office/officeart/2005/8/layout/hProcess6"/>
    <dgm:cxn modelId="{F4A22026-7D82-504D-B84A-7A5EAD561A43}" type="presParOf" srcId="{EEA7A493-2E22-FD42-BFD8-733681D1ACB8}" destId="{4878F987-11FE-F44B-B9C2-2CCA35BBBD75}" srcOrd="2" destOrd="0" presId="urn:microsoft.com/office/officeart/2005/8/layout/hProcess6"/>
    <dgm:cxn modelId="{20339416-932C-5A41-B8FE-537BFBD21CE6}" type="presParOf" srcId="{EEA7A493-2E22-FD42-BFD8-733681D1ACB8}" destId="{7B5C2A49-AE9E-DA40-ABF1-2EFCDE533E25}" srcOrd="3" destOrd="0" presId="urn:microsoft.com/office/officeart/2005/8/layout/hProcess6"/>
    <dgm:cxn modelId="{71C655C9-C5C1-BE42-BFD0-5A182CB17B40}" type="presParOf" srcId="{43BA82AD-9E14-1543-82C0-8A452F15A724}" destId="{34D4263C-2332-794B-A95F-FC769BA0BD0B}" srcOrd="1" destOrd="0" presId="urn:microsoft.com/office/officeart/2005/8/layout/hProcess6"/>
    <dgm:cxn modelId="{635E8E30-9BB8-D644-A8EE-D6E5312FBFF3}" type="presParOf" srcId="{43BA82AD-9E14-1543-82C0-8A452F15A724}" destId="{C8A3212F-4965-334C-A887-535F21BA8FFC}" srcOrd="2" destOrd="0" presId="urn:microsoft.com/office/officeart/2005/8/layout/hProcess6"/>
    <dgm:cxn modelId="{9D631709-70B3-5741-9351-4F4F00F57ADA}" type="presParOf" srcId="{C8A3212F-4965-334C-A887-535F21BA8FFC}" destId="{02A685DD-53CC-2D4B-BA61-04BDCBFEA451}" srcOrd="0" destOrd="0" presId="urn:microsoft.com/office/officeart/2005/8/layout/hProcess6"/>
    <dgm:cxn modelId="{D67F649E-43A8-F147-AA84-CA01DC103B1B}" type="presParOf" srcId="{C8A3212F-4965-334C-A887-535F21BA8FFC}" destId="{7FDEA012-A617-D140-B57B-CB2D74622E6E}" srcOrd="1" destOrd="0" presId="urn:microsoft.com/office/officeart/2005/8/layout/hProcess6"/>
    <dgm:cxn modelId="{20827E01-149B-944B-88AF-AA5FC56AD6FE}" type="presParOf" srcId="{C8A3212F-4965-334C-A887-535F21BA8FFC}" destId="{5A55E4CC-51D9-574D-8A8F-969CDE81E584}" srcOrd="2" destOrd="0" presId="urn:microsoft.com/office/officeart/2005/8/layout/hProcess6"/>
    <dgm:cxn modelId="{53A3C96A-8D53-0D4E-B20E-16EA2DD6A353}" type="presParOf" srcId="{C8A3212F-4965-334C-A887-535F21BA8FFC}" destId="{7DF37831-F805-8C42-A9BD-16A1510F7BD4}" srcOrd="3" destOrd="0" presId="urn:microsoft.com/office/officeart/2005/8/layout/hProcess6"/>
    <dgm:cxn modelId="{4499344D-81A8-244D-ACFE-78BCA2049687}" type="presParOf" srcId="{43BA82AD-9E14-1543-82C0-8A452F15A724}" destId="{7739B639-CF01-7A42-80F0-22BCDAF29B5D}" srcOrd="3" destOrd="0" presId="urn:microsoft.com/office/officeart/2005/8/layout/hProcess6"/>
    <dgm:cxn modelId="{5168227B-8869-1A44-88FC-269BFFA6D5F7}" type="presParOf" srcId="{43BA82AD-9E14-1543-82C0-8A452F15A724}" destId="{E8367BE6-14CA-8D40-97CB-5FC719D5565C}" srcOrd="4" destOrd="0" presId="urn:microsoft.com/office/officeart/2005/8/layout/hProcess6"/>
    <dgm:cxn modelId="{2BD423CC-614E-3F47-91E0-42B27FD7D382}" type="presParOf" srcId="{E8367BE6-14CA-8D40-97CB-5FC719D5565C}" destId="{547A9EF9-CE37-AA48-931E-ACB0325851B7}" srcOrd="0" destOrd="0" presId="urn:microsoft.com/office/officeart/2005/8/layout/hProcess6"/>
    <dgm:cxn modelId="{7794045E-2797-9141-B545-E98D26E20EC9}" type="presParOf" srcId="{E8367BE6-14CA-8D40-97CB-5FC719D5565C}" destId="{1CB31023-9650-234C-9DC3-59E34F773B97}" srcOrd="1" destOrd="0" presId="urn:microsoft.com/office/officeart/2005/8/layout/hProcess6"/>
    <dgm:cxn modelId="{8B7F58EA-3B8F-FB4A-8626-AD6BC17DEFD1}" type="presParOf" srcId="{E8367BE6-14CA-8D40-97CB-5FC719D5565C}" destId="{A4A8B826-791D-A643-984C-F32BCB9EB18C}" srcOrd="2" destOrd="0" presId="urn:microsoft.com/office/officeart/2005/8/layout/hProcess6"/>
    <dgm:cxn modelId="{90F2AD25-901C-1545-8C77-AE5E5DD4BB36}" type="presParOf" srcId="{E8367BE6-14CA-8D40-97CB-5FC719D5565C}" destId="{60256D83-6E9D-FE4E-A14E-EA5881DC9B94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183F74-C0C9-4E6E-9E90-B64A46B916B9}">
      <dsp:nvSpPr>
        <dsp:cNvPr id="0" name=""/>
        <dsp:cNvSpPr/>
      </dsp:nvSpPr>
      <dsp:spPr>
        <a:xfrm>
          <a:off x="0" y="1442910"/>
          <a:ext cx="6155140" cy="453600"/>
        </a:xfrm>
        <a:prstGeom prst="rect">
          <a:avLst/>
        </a:pr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77707" tIns="374904" rIns="47770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1800" b="1" kern="1200">
            <a:solidFill>
              <a:srgbClr val="7030A0"/>
            </a:solidFill>
          </a:endParaRPr>
        </a:p>
      </dsp:txBody>
      <dsp:txXfrm>
        <a:off x="0" y="1442910"/>
        <a:ext cx="6155140" cy="453600"/>
      </dsp:txXfrm>
    </dsp:sp>
    <dsp:sp modelId="{F66795DF-6DA0-40CC-A5EF-1FFE737104E5}">
      <dsp:nvSpPr>
        <dsp:cNvPr id="0" name=""/>
        <dsp:cNvSpPr/>
      </dsp:nvSpPr>
      <dsp:spPr>
        <a:xfrm>
          <a:off x="524505" y="0"/>
          <a:ext cx="4304390" cy="1604733"/>
        </a:xfrm>
        <a:prstGeom prst="roundRect">
          <a:avLst/>
        </a:prstGeom>
        <a:solidFill>
          <a:srgbClr val="FFC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2855" tIns="0" rIns="16285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chemeClr val="tx1"/>
              </a:solidFill>
            </a:rPr>
            <a:t>Project Proposal Form (PPF)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chemeClr val="tx1"/>
              </a:solidFill>
            </a:rPr>
            <a:t>Ethics Form)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>
              <a:solidFill>
                <a:schemeClr val="tx1"/>
              </a:solidFill>
            </a:rPr>
            <a:t>Investigation Report (IR)</a:t>
          </a:r>
        </a:p>
      </dsp:txBody>
      <dsp:txXfrm>
        <a:off x="602842" y="78337"/>
        <a:ext cx="4147716" cy="1448059"/>
      </dsp:txXfrm>
    </dsp:sp>
    <dsp:sp modelId="{B8D05436-E799-4A8D-AB46-90463E97710F}">
      <dsp:nvSpPr>
        <dsp:cNvPr id="0" name=""/>
        <dsp:cNvSpPr/>
      </dsp:nvSpPr>
      <dsp:spPr>
        <a:xfrm>
          <a:off x="0" y="2436184"/>
          <a:ext cx="615514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31C2C14-051F-44DF-85DB-751B27F12373}">
      <dsp:nvSpPr>
        <dsp:cNvPr id="0" name=""/>
        <dsp:cNvSpPr/>
      </dsp:nvSpPr>
      <dsp:spPr>
        <a:xfrm>
          <a:off x="307757" y="1993710"/>
          <a:ext cx="4308598" cy="708154"/>
        </a:xfrm>
        <a:prstGeom prst="roundRect">
          <a:avLst/>
        </a:prstGeom>
        <a:solidFill>
          <a:srgbClr val="00B05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2855" tIns="0" rIns="16285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Design, Coding and Testing </a:t>
          </a:r>
          <a:endParaRPr lang="en-GB" sz="2300" kern="1200"/>
        </a:p>
      </dsp:txBody>
      <dsp:txXfrm>
        <a:off x="342326" y="2028279"/>
        <a:ext cx="4239460" cy="639016"/>
      </dsp:txXfrm>
    </dsp:sp>
    <dsp:sp modelId="{FC51E6B0-4284-48AC-969E-43314BE268EA}">
      <dsp:nvSpPr>
        <dsp:cNvPr id="0" name=""/>
        <dsp:cNvSpPr/>
      </dsp:nvSpPr>
      <dsp:spPr>
        <a:xfrm>
          <a:off x="0" y="3506543"/>
          <a:ext cx="6155140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35400" h="1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2CFA67D-BA5A-4AAF-A138-DD02065CD79E}">
      <dsp:nvSpPr>
        <dsp:cNvPr id="0" name=""/>
        <dsp:cNvSpPr/>
      </dsp:nvSpPr>
      <dsp:spPr>
        <a:xfrm>
          <a:off x="307757" y="2986984"/>
          <a:ext cx="4308598" cy="785238"/>
        </a:xfrm>
        <a:prstGeom prst="roundRect">
          <a:avLst/>
        </a:prstGeom>
        <a:solidFill>
          <a:srgbClr val="0070C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2855" tIns="0" rIns="16285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FYP Submission and Presentation</a:t>
          </a:r>
          <a:endParaRPr lang="en-GB" sz="2300" kern="1200"/>
        </a:p>
      </dsp:txBody>
      <dsp:txXfrm>
        <a:off x="346089" y="3025316"/>
        <a:ext cx="4231934" cy="7085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894A0A-0A8F-4345-B94B-ACBCE26D0CE8}">
      <dsp:nvSpPr>
        <dsp:cNvPr id="0" name=""/>
        <dsp:cNvSpPr/>
      </dsp:nvSpPr>
      <dsp:spPr>
        <a:xfrm>
          <a:off x="292979" y="0"/>
          <a:ext cx="7449677" cy="4807857"/>
        </a:xfrm>
        <a:prstGeom prst="rect">
          <a:avLst/>
        </a:prstGeom>
        <a:solidFill>
          <a:srgbClr val="FF0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608" tIns="419608" rIns="419608" bIns="419608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b="1" kern="1200">
              <a:solidFill>
                <a:schemeClr val="bg1"/>
              </a:solidFill>
            </a:rPr>
            <a:t>Project Proposal Form Submission</a:t>
          </a:r>
          <a:endParaRPr lang="en-GB" sz="5900" b="1" kern="1200">
            <a:solidFill>
              <a:schemeClr val="bg1"/>
            </a:solidFill>
          </a:endParaRPr>
        </a:p>
      </dsp:txBody>
      <dsp:txXfrm>
        <a:off x="292979" y="0"/>
        <a:ext cx="7449677" cy="2596242"/>
      </dsp:txXfrm>
    </dsp:sp>
    <dsp:sp modelId="{5462810B-CC12-4345-BDC7-024CBF643AC9}">
      <dsp:nvSpPr>
        <dsp:cNvPr id="0" name=""/>
        <dsp:cNvSpPr/>
      </dsp:nvSpPr>
      <dsp:spPr>
        <a:xfrm>
          <a:off x="0" y="2500085"/>
          <a:ext cx="4017818" cy="221161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35560" rIns="199136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/>
            <a:t>Wednesday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/>
            <a:t>17 DECEMBER 2025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1" kern="1200"/>
            <a:t>Before 11:59PM</a:t>
          </a:r>
        </a:p>
      </dsp:txBody>
      <dsp:txXfrm>
        <a:off x="0" y="2500085"/>
        <a:ext cx="4017818" cy="2211614"/>
      </dsp:txXfrm>
    </dsp:sp>
    <dsp:sp modelId="{E370D37F-A0EA-459D-B372-9F2C8B4CEB6A}">
      <dsp:nvSpPr>
        <dsp:cNvPr id="0" name=""/>
        <dsp:cNvSpPr/>
      </dsp:nvSpPr>
      <dsp:spPr>
        <a:xfrm>
          <a:off x="4017818" y="2500085"/>
          <a:ext cx="4017818" cy="221161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35560" rIns="199136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Online Submission to </a:t>
          </a:r>
          <a:r>
            <a:rPr lang="en-US" sz="2800" b="1" kern="1200" err="1"/>
            <a:t>FYPPGBank</a:t>
          </a:r>
          <a:r>
            <a:rPr lang="en-US" sz="2800" b="1" kern="1200"/>
            <a:t> System</a:t>
          </a:r>
          <a:endParaRPr lang="en-GB" sz="2800" b="1" kern="1200"/>
        </a:p>
      </dsp:txBody>
      <dsp:txXfrm>
        <a:off x="4017818" y="2500085"/>
        <a:ext cx="4017818" cy="22116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053C30-8F75-477B-B736-0455330717F6}">
      <dsp:nvSpPr>
        <dsp:cNvPr id="0" name=""/>
        <dsp:cNvSpPr/>
      </dsp:nvSpPr>
      <dsp:spPr>
        <a:xfrm>
          <a:off x="0" y="2798309"/>
          <a:ext cx="8170223" cy="1940674"/>
        </a:xfrm>
        <a:prstGeom prst="rect">
          <a:avLst/>
        </a:prstGeom>
        <a:solidFill>
          <a:srgbClr val="00B050"/>
        </a:solidFill>
        <a:ln>
          <a:solidFill>
            <a:srgbClr val="00B050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>
              <a:solidFill>
                <a:schemeClr val="bg1"/>
              </a:solidFill>
            </a:rPr>
            <a:t>IR Submission &amp; Meeting </a:t>
          </a:r>
          <a:r>
            <a:rPr lang="en-US" sz="3400" b="1" kern="1200" err="1">
              <a:solidFill>
                <a:schemeClr val="bg1"/>
              </a:solidFill>
            </a:rPr>
            <a:t>Logsheets</a:t>
          </a:r>
          <a:r>
            <a:rPr lang="en-US" sz="3400" b="1" kern="1200">
              <a:solidFill>
                <a:schemeClr val="bg1"/>
              </a:solidFill>
            </a:rPr>
            <a:t> </a:t>
          </a:r>
          <a:endParaRPr lang="en-GB" sz="3400" b="1" kern="1200">
            <a:solidFill>
              <a:schemeClr val="tx1"/>
            </a:solidFill>
          </a:endParaRPr>
        </a:p>
      </dsp:txBody>
      <dsp:txXfrm>
        <a:off x="0" y="2798309"/>
        <a:ext cx="8170223" cy="1047964"/>
      </dsp:txXfrm>
    </dsp:sp>
    <dsp:sp modelId="{36B582DD-709E-4B35-8B74-96001B1C44A3}">
      <dsp:nvSpPr>
        <dsp:cNvPr id="0" name=""/>
        <dsp:cNvSpPr/>
      </dsp:nvSpPr>
      <dsp:spPr>
        <a:xfrm>
          <a:off x="0" y="3620492"/>
          <a:ext cx="4085111" cy="127733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Wednesday, 11</a:t>
          </a:r>
          <a:r>
            <a:rPr lang="en-GB" sz="2400" b="1" kern="1200" baseline="30000"/>
            <a:t>th</a:t>
          </a:r>
          <a:r>
            <a:rPr lang="en-GB" sz="2400" b="1" kern="1200"/>
            <a:t>  March 2026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Before 11:59PM</a:t>
          </a:r>
        </a:p>
      </dsp:txBody>
      <dsp:txXfrm>
        <a:off x="0" y="3620492"/>
        <a:ext cx="4085111" cy="1277334"/>
      </dsp:txXfrm>
    </dsp:sp>
    <dsp:sp modelId="{16C87D43-CFAB-4FFF-B3D7-AF655D89FEE7}">
      <dsp:nvSpPr>
        <dsp:cNvPr id="0" name=""/>
        <dsp:cNvSpPr/>
      </dsp:nvSpPr>
      <dsp:spPr>
        <a:xfrm>
          <a:off x="4085111" y="3624192"/>
          <a:ext cx="4085111" cy="123197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Online Submission to </a:t>
          </a:r>
          <a:r>
            <a:rPr lang="en-US" sz="2400" b="1" kern="1200"/>
            <a:t>Moodle</a:t>
          </a:r>
          <a:r>
            <a:rPr lang="en-US" sz="2400" kern="1200"/>
            <a:t> - link will be shared later.</a:t>
          </a:r>
          <a:endParaRPr lang="en-GB" sz="2400" kern="1200"/>
        </a:p>
      </dsp:txBody>
      <dsp:txXfrm>
        <a:off x="4085111" y="3624192"/>
        <a:ext cx="4085111" cy="1231976"/>
      </dsp:txXfrm>
    </dsp:sp>
    <dsp:sp modelId="{B19FA4C0-914D-41C8-B749-16F9850C8F78}">
      <dsp:nvSpPr>
        <dsp:cNvPr id="0" name=""/>
        <dsp:cNvSpPr/>
      </dsp:nvSpPr>
      <dsp:spPr>
        <a:xfrm rot="10800000">
          <a:off x="0" y="0"/>
          <a:ext cx="8170223" cy="2984757"/>
        </a:xfrm>
        <a:prstGeom prst="upArrowCallout">
          <a:avLst/>
        </a:prstGeom>
        <a:solidFill>
          <a:srgbClr val="FF0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808" tIns="241808" rIns="241808" bIns="241808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>
              <a:solidFill>
                <a:schemeClr val="bg1"/>
              </a:solidFill>
            </a:rPr>
            <a:t>Ethics Form Approval Completion</a:t>
          </a:r>
          <a:endParaRPr lang="en-GB" sz="3400" b="1" kern="1200">
            <a:solidFill>
              <a:schemeClr val="bg1"/>
            </a:solidFill>
          </a:endParaRPr>
        </a:p>
      </dsp:txBody>
      <dsp:txXfrm rot="-10800000">
        <a:off x="0" y="0"/>
        <a:ext cx="8170223" cy="1047649"/>
      </dsp:txXfrm>
    </dsp:sp>
    <dsp:sp modelId="{4064183E-1407-4DB2-B76E-84229E5245C2}">
      <dsp:nvSpPr>
        <dsp:cNvPr id="0" name=""/>
        <dsp:cNvSpPr/>
      </dsp:nvSpPr>
      <dsp:spPr>
        <a:xfrm>
          <a:off x="0" y="765382"/>
          <a:ext cx="4085111" cy="13255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400" b="1" kern="1200"/>
            <a:t>Week of 23</a:t>
          </a:r>
          <a:r>
            <a:rPr lang="en-MY" sz="2400" b="1" kern="1200" baseline="30000"/>
            <a:t>RD</a:t>
          </a:r>
          <a:r>
            <a:rPr lang="en-MY" sz="2400" b="1" kern="1200"/>
            <a:t> February 2026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400" b="1" kern="1200"/>
            <a:t>Before 11:59PM</a:t>
          </a:r>
        </a:p>
      </dsp:txBody>
      <dsp:txXfrm>
        <a:off x="0" y="765382"/>
        <a:ext cx="4085111" cy="1325500"/>
      </dsp:txXfrm>
    </dsp:sp>
    <dsp:sp modelId="{6680397D-C80C-42E5-89AB-3587DB08E454}">
      <dsp:nvSpPr>
        <dsp:cNvPr id="0" name=""/>
        <dsp:cNvSpPr/>
      </dsp:nvSpPr>
      <dsp:spPr>
        <a:xfrm>
          <a:off x="4085111" y="751326"/>
          <a:ext cx="4085111" cy="13255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Online Submission to </a:t>
          </a:r>
          <a:r>
            <a:rPr lang="en-US" sz="2400" b="1" kern="1200" err="1"/>
            <a:t>FYPPGBank</a:t>
          </a:r>
          <a:r>
            <a:rPr lang="en-US" sz="2400" b="1" kern="1200"/>
            <a:t> System</a:t>
          </a:r>
          <a:endParaRPr lang="en-GB" sz="2000" b="1" kern="1200"/>
        </a:p>
      </dsp:txBody>
      <dsp:txXfrm>
        <a:off x="4085111" y="751326"/>
        <a:ext cx="4085111" cy="13255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6FBF4E-8216-486F-90B8-22F24FB20944}">
      <dsp:nvSpPr>
        <dsp:cNvPr id="0" name=""/>
        <dsp:cNvSpPr/>
      </dsp:nvSpPr>
      <dsp:spPr>
        <a:xfrm>
          <a:off x="0" y="3150469"/>
          <a:ext cx="8170223" cy="1469214"/>
        </a:xfrm>
        <a:prstGeom prst="rect">
          <a:avLst/>
        </a:prstGeom>
        <a:solidFill>
          <a:srgbClr val="00B050"/>
        </a:solidFill>
        <a:ln>
          <a:solidFill>
            <a:srgbClr val="00B050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Hardbound Final Document </a:t>
          </a:r>
          <a:r>
            <a:rPr lang="en-US" sz="2800" b="1" kern="1200">
              <a:solidFill>
                <a:schemeClr val="bg1"/>
              </a:solidFill>
            </a:rPr>
            <a:t>Submission</a:t>
          </a:r>
          <a:endParaRPr lang="en-GB" sz="2800" b="1" kern="1200">
            <a:solidFill>
              <a:schemeClr val="bg1"/>
            </a:solidFill>
          </a:endParaRPr>
        </a:p>
      </dsp:txBody>
      <dsp:txXfrm>
        <a:off x="0" y="3150469"/>
        <a:ext cx="8170223" cy="793375"/>
      </dsp:txXfrm>
    </dsp:sp>
    <dsp:sp modelId="{A3BAC933-647A-413D-A508-3AEABE1BF1C8}">
      <dsp:nvSpPr>
        <dsp:cNvPr id="0" name=""/>
        <dsp:cNvSpPr/>
      </dsp:nvSpPr>
      <dsp:spPr>
        <a:xfrm>
          <a:off x="0" y="3919978"/>
          <a:ext cx="8170223" cy="96421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>
              <a:solidFill>
                <a:srgbClr val="FF0000"/>
              </a:solidFill>
            </a:rPr>
            <a:t>Need not print and submit your Hardbound FYP documentation</a:t>
          </a:r>
        </a:p>
      </dsp:txBody>
      <dsp:txXfrm>
        <a:off x="0" y="3919978"/>
        <a:ext cx="8170223" cy="964214"/>
      </dsp:txXfrm>
    </dsp:sp>
    <dsp:sp modelId="{B19FA4C0-914D-41C8-B749-16F9850C8F78}">
      <dsp:nvSpPr>
        <dsp:cNvPr id="0" name=""/>
        <dsp:cNvSpPr/>
      </dsp:nvSpPr>
      <dsp:spPr>
        <a:xfrm rot="10800000">
          <a:off x="0" y="0"/>
          <a:ext cx="8170223" cy="3180637"/>
        </a:xfrm>
        <a:prstGeom prst="upArrowCallout">
          <a:avLst/>
        </a:prstGeom>
        <a:solidFill>
          <a:srgbClr val="FF0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Softcopy Final Document </a:t>
          </a:r>
          <a:r>
            <a:rPr lang="en-US" sz="2800" b="1" kern="1200">
              <a:solidFill>
                <a:schemeClr val="bg1"/>
              </a:solidFill>
            </a:rPr>
            <a:t>Submission</a:t>
          </a:r>
          <a:endParaRPr lang="en-GB" sz="2800" b="1" kern="1200">
            <a:solidFill>
              <a:schemeClr val="bg1"/>
            </a:solidFill>
          </a:endParaRPr>
        </a:p>
      </dsp:txBody>
      <dsp:txXfrm rot="-10800000">
        <a:off x="0" y="0"/>
        <a:ext cx="8170223" cy="1116403"/>
      </dsp:txXfrm>
    </dsp:sp>
    <dsp:sp modelId="{D42D9821-B9AF-40E1-BA2D-E11F64C3D1B4}">
      <dsp:nvSpPr>
        <dsp:cNvPr id="0" name=""/>
        <dsp:cNvSpPr/>
      </dsp:nvSpPr>
      <dsp:spPr>
        <a:xfrm>
          <a:off x="671" y="898795"/>
          <a:ext cx="5081110" cy="138793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Wednesday, 22</a:t>
          </a:r>
          <a:r>
            <a:rPr lang="en-GB" sz="2400" b="1" kern="1200" baseline="30000"/>
            <a:t>nd</a:t>
          </a:r>
          <a:r>
            <a:rPr lang="en-GB" sz="2400" b="1" kern="1200"/>
            <a:t>  July 2026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Before 11:59PM</a:t>
          </a:r>
        </a:p>
      </dsp:txBody>
      <dsp:txXfrm>
        <a:off x="671" y="898795"/>
        <a:ext cx="5081110" cy="1387933"/>
      </dsp:txXfrm>
    </dsp:sp>
    <dsp:sp modelId="{6680397D-C80C-42E5-89AB-3587DB08E454}">
      <dsp:nvSpPr>
        <dsp:cNvPr id="0" name=""/>
        <dsp:cNvSpPr/>
      </dsp:nvSpPr>
      <dsp:spPr>
        <a:xfrm>
          <a:off x="5081781" y="912356"/>
          <a:ext cx="3087769" cy="13608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540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30480" rIns="170688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Online Submission to Moodle - link will be shared later..</a:t>
          </a:r>
          <a:endParaRPr lang="en-GB" sz="2400" kern="1200"/>
        </a:p>
      </dsp:txBody>
      <dsp:txXfrm>
        <a:off x="5081781" y="912356"/>
        <a:ext cx="3087769" cy="13608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D83996-D550-A243-A879-CDFB11AFAF75}">
      <dsp:nvSpPr>
        <dsp:cNvPr id="0" name=""/>
        <dsp:cNvSpPr/>
      </dsp:nvSpPr>
      <dsp:spPr>
        <a:xfrm>
          <a:off x="726924" y="1556516"/>
          <a:ext cx="2027181" cy="1772012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B5C2A49-AE9E-DA40-ABF1-2EFCDE533E25}">
      <dsp:nvSpPr>
        <dsp:cNvPr id="0" name=""/>
        <dsp:cNvSpPr/>
      </dsp:nvSpPr>
      <dsp:spPr>
        <a:xfrm>
          <a:off x="3514" y="1935727"/>
          <a:ext cx="1446819" cy="1013590"/>
        </a:xfrm>
        <a:prstGeom prst="ellipse">
          <a:avLst/>
        </a:prstGeom>
        <a:solidFill>
          <a:srgbClr val="FF0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solidFill>
                <a:schemeClr val="bg1"/>
              </a:solidFill>
            </a:rPr>
            <a:t>STUDENT SUBMIT THE PROJECT PROPOSAL</a:t>
          </a:r>
          <a:endParaRPr lang="en-GB" sz="1100" b="1" kern="1200">
            <a:solidFill>
              <a:schemeClr val="bg1"/>
            </a:solidFill>
          </a:endParaRPr>
        </a:p>
      </dsp:txBody>
      <dsp:txXfrm>
        <a:off x="215396" y="2084164"/>
        <a:ext cx="1023055" cy="716716"/>
      </dsp:txXfrm>
    </dsp:sp>
    <dsp:sp modelId="{7FDEA012-A617-D140-B57B-CB2D74622E6E}">
      <dsp:nvSpPr>
        <dsp:cNvPr id="0" name=""/>
        <dsp:cNvSpPr/>
      </dsp:nvSpPr>
      <dsp:spPr>
        <a:xfrm>
          <a:off x="3712735" y="1556516"/>
          <a:ext cx="2027181" cy="1772012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DF37831-F805-8C42-A9BD-16A1510F7BD4}">
      <dsp:nvSpPr>
        <dsp:cNvPr id="0" name=""/>
        <dsp:cNvSpPr/>
      </dsp:nvSpPr>
      <dsp:spPr>
        <a:xfrm>
          <a:off x="2880805" y="1935727"/>
          <a:ext cx="1663860" cy="1013590"/>
        </a:xfrm>
        <a:prstGeom prst="ellipse">
          <a:avLst/>
        </a:prstGeom>
        <a:solidFill>
          <a:srgbClr val="00B050"/>
        </a:solidFill>
        <a:ln>
          <a:solidFill>
            <a:srgbClr val="00B050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>
              <a:solidFill>
                <a:schemeClr val="bg1"/>
              </a:solidFill>
            </a:rPr>
            <a:t>SUPERVISORS ARE ASSIGNED</a:t>
          </a:r>
          <a:endParaRPr lang="en-GB" sz="1100" b="1" kern="1200">
            <a:solidFill>
              <a:schemeClr val="bg1"/>
            </a:solidFill>
          </a:endParaRPr>
        </a:p>
      </dsp:txBody>
      <dsp:txXfrm>
        <a:off x="3124472" y="2084164"/>
        <a:ext cx="1176526" cy="716716"/>
      </dsp:txXfrm>
    </dsp:sp>
    <dsp:sp modelId="{1CB31023-9650-234C-9DC3-59E34F773B97}">
      <dsp:nvSpPr>
        <dsp:cNvPr id="0" name=""/>
        <dsp:cNvSpPr/>
      </dsp:nvSpPr>
      <dsp:spPr>
        <a:xfrm>
          <a:off x="6633052" y="1556516"/>
          <a:ext cx="2027181" cy="1772012"/>
        </a:xfrm>
        <a:prstGeom prst="rightArrow">
          <a:avLst>
            <a:gd name="adj1" fmla="val 70000"/>
            <a:gd name="adj2" fmla="val 5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152400" extrusionH="63500" prstMaterial="dkEdge">
          <a:bevelT w="144450" h="363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0256D83-6E9D-FE4E-A14E-EA5881DC9B94}">
      <dsp:nvSpPr>
        <dsp:cNvPr id="0" name=""/>
        <dsp:cNvSpPr/>
      </dsp:nvSpPr>
      <dsp:spPr>
        <a:xfrm>
          <a:off x="5866615" y="1935727"/>
          <a:ext cx="1532873" cy="1013590"/>
        </a:xfrm>
        <a:prstGeom prst="ellipse">
          <a:avLst/>
        </a:prstGeom>
        <a:solidFill>
          <a:srgbClr val="0070C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MEET SUPERVISOR TO CONFIRM THE TITLE AND SCOPE</a:t>
          </a:r>
          <a:endParaRPr lang="en-GB" sz="1000" b="1" kern="1200"/>
        </a:p>
      </dsp:txBody>
      <dsp:txXfrm>
        <a:off x="6091099" y="2084164"/>
        <a:ext cx="1083905" cy="7167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DAC38E3-5144-412F-83AC-38A5B9DE5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08D27AB-67B4-4693-A97B-2BDB09DB8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127" y="9192936"/>
            <a:ext cx="394340" cy="3052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A20BED86-76BB-4410-9008-061BF87713AB}" type="slidenum">
              <a:rPr lang="en-GB" altLang="en-US" sz="1400" smtClean="0">
                <a:latin typeface="Calibri" panose="020F0502020204030204" pitchFamily="34" charset="0"/>
                <a:cs typeface="Calibri" panose="020F0502020204030204" pitchFamily="34" charset="0"/>
              </a:rPr>
              <a:pPr algn="r">
                <a:defRPr/>
              </a:pPr>
              <a:t>‹#›</a:t>
            </a:fld>
            <a:endParaRPr lang="en-GB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71953E81-BBEF-44F9-89AF-8D785172E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7839FB2E-0CEB-4E99-ABDC-42A6B27BD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Notes Placeholder 9">
            <a:extLst>
              <a:ext uri="{FF2B5EF4-FFF2-40B4-BE49-F238E27FC236}">
                <a16:creationId xmlns:a16="http://schemas.microsoft.com/office/drawing/2014/main" id="{4B6ACB56-54E0-4171-9443-B2E55073F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520" y="4620549"/>
            <a:ext cx="5852160" cy="37803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1DBCDF8-B37C-47C2-B6B1-4B2635759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588" y="9119503"/>
            <a:ext cx="3169920" cy="4816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0D94D-E1CF-4942-9670-7567F4F4487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328613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499512" y="4691852"/>
            <a:ext cx="5812907" cy="441403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43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328613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499512" y="4691852"/>
            <a:ext cx="5812907" cy="441403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32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328613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2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499512" y="4691852"/>
            <a:ext cx="5812907" cy="441403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080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323850"/>
            <a:ext cx="1588" cy="15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503239" y="4615415"/>
            <a:ext cx="5856287" cy="4342122"/>
          </a:xfrm>
          <a:noFill/>
          <a:ln/>
        </p:spPr>
        <p:txBody>
          <a:bodyPr wrap="none" anchor="ctr"/>
          <a:lstStyle/>
          <a:p>
            <a:r>
              <a:rPr lang="en-US"/>
              <a:t>Change date</a:t>
            </a:r>
          </a:p>
        </p:txBody>
      </p:sp>
    </p:spTree>
    <p:extLst>
      <p:ext uri="{BB962C8B-B14F-4D97-AF65-F5344CB8AC3E}">
        <p14:creationId xmlns:p14="http://schemas.microsoft.com/office/powerpoint/2010/main" val="576378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323850"/>
            <a:ext cx="1588" cy="15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503239" y="4615415"/>
            <a:ext cx="5856287" cy="4342122"/>
          </a:xfrm>
          <a:noFill/>
          <a:ln/>
        </p:spPr>
        <p:txBody>
          <a:bodyPr wrap="none" anchor="ctr"/>
          <a:lstStyle/>
          <a:p>
            <a:r>
              <a:rPr lang="en-US"/>
              <a:t>Change date</a:t>
            </a:r>
          </a:p>
        </p:txBody>
      </p:sp>
    </p:spTree>
    <p:extLst>
      <p:ext uri="{BB962C8B-B14F-4D97-AF65-F5344CB8AC3E}">
        <p14:creationId xmlns:p14="http://schemas.microsoft.com/office/powerpoint/2010/main" val="695828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323850"/>
            <a:ext cx="1588" cy="158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503239" y="4615415"/>
            <a:ext cx="5856287" cy="4342122"/>
          </a:xfrm>
          <a:noFill/>
          <a:ln/>
        </p:spPr>
        <p:txBody>
          <a:bodyPr wrap="none" anchor="ctr"/>
          <a:lstStyle/>
          <a:p>
            <a:r>
              <a:rPr lang="en-US"/>
              <a:t>Change date</a:t>
            </a:r>
          </a:p>
        </p:txBody>
      </p:sp>
    </p:spTree>
    <p:extLst>
      <p:ext uri="{BB962C8B-B14F-4D97-AF65-F5344CB8AC3E}">
        <p14:creationId xmlns:p14="http://schemas.microsoft.com/office/powerpoint/2010/main" val="4039401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328613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499512" y="4691852"/>
            <a:ext cx="5812907" cy="441403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11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  <a:ln/>
        </p:spPr>
        <p:txBody>
          <a:bodyPr/>
          <a:lstStyle/>
          <a:p>
            <a:fld id="{A92DED1C-7B2C-4C1E-87C8-463114A23A29}" type="slidenum">
              <a:rPr lang="en-US"/>
              <a:pPr/>
              <a:t>11</a:t>
            </a:fld>
            <a:endParaRPr lang="en-US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0488" y="746125"/>
            <a:ext cx="6626225" cy="3727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0720" y="4721185"/>
            <a:ext cx="5445760" cy="447270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55482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  <a:ln/>
        </p:spPr>
        <p:txBody>
          <a:bodyPr/>
          <a:lstStyle/>
          <a:p>
            <a:fld id="{81EB1958-FCD5-4C5D-B325-B4D42DC552E0}" type="slidenum">
              <a:rPr lang="en-US"/>
              <a:pPr/>
              <a:t>18</a:t>
            </a:fld>
            <a:endParaRPr lang="en-US"/>
          </a:p>
        </p:txBody>
      </p:sp>
      <p:sp>
        <p:nvSpPr>
          <p:cNvPr id="113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0488" y="746125"/>
            <a:ext cx="6626225" cy="3727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0720" y="4721185"/>
            <a:ext cx="5445760" cy="447270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33767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  <a:ln/>
        </p:spPr>
        <p:txBody>
          <a:bodyPr/>
          <a:lstStyle/>
          <a:p>
            <a:fld id="{F9C1F224-0765-4A10-9A2B-AFC2C4935755}" type="slidenum">
              <a:rPr lang="en-US"/>
              <a:pPr/>
              <a:t>19</a:t>
            </a:fld>
            <a:endParaRPr lang="en-US"/>
          </a:p>
        </p:txBody>
      </p:sp>
      <p:sp>
        <p:nvSpPr>
          <p:cNvPr id="211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857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  <a:ln/>
        </p:spPr>
        <p:txBody>
          <a:bodyPr/>
          <a:lstStyle/>
          <a:p>
            <a:fld id="{004A6FFD-F30A-41B9-BA78-F90F682397CF}" type="slidenum">
              <a:rPr lang="en-US"/>
              <a:pPr/>
              <a:t>20</a:t>
            </a:fld>
            <a:endParaRPr lang="en-US"/>
          </a:p>
        </p:txBody>
      </p:sp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801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  <a:ln/>
        </p:spPr>
        <p:txBody>
          <a:bodyPr/>
          <a:lstStyle/>
          <a:p>
            <a:fld id="{004A6FFD-F30A-41B9-BA78-F90F682397CF}" type="slidenum">
              <a:rPr lang="en-US"/>
              <a:pPr/>
              <a:t>21</a:t>
            </a:fld>
            <a:endParaRPr lang="en-US"/>
          </a:p>
        </p:txBody>
      </p:sp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30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  <a:ln/>
        </p:spPr>
        <p:txBody>
          <a:bodyPr/>
          <a:lstStyle/>
          <a:p>
            <a:fld id="{004A6FFD-F30A-41B9-BA78-F90F682397CF}" type="slidenum">
              <a:rPr lang="en-US"/>
              <a:pPr/>
              <a:t>22</a:t>
            </a:fld>
            <a:endParaRPr lang="en-US"/>
          </a:p>
        </p:txBody>
      </p:sp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1269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328613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499512" y="4691852"/>
            <a:ext cx="5812907" cy="441403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3282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328613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499512" y="4691852"/>
            <a:ext cx="5812907" cy="441403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9823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328613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499512" y="4691852"/>
            <a:ext cx="5812907" cy="441403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809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328613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499512" y="4691852"/>
            <a:ext cx="5812907" cy="441403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9707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328613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7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499512" y="4691852"/>
            <a:ext cx="5812907" cy="4414032"/>
          </a:xfrm>
          <a:noFill/>
          <a:ln/>
        </p:spPr>
        <p:txBody>
          <a:bodyPr wrap="none" anchor="ctr"/>
          <a:lstStyle/>
          <a:p>
            <a:r>
              <a:rPr lang="en-US"/>
              <a:t>Insert a sample</a:t>
            </a:r>
            <a:r>
              <a:rPr lang="en-US" baseline="0"/>
              <a:t>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5956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328613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806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499512" y="4691852"/>
            <a:ext cx="5812907" cy="4414032"/>
          </a:xfrm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942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220320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328613"/>
            <a:ext cx="1588" cy="1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274" name="Rectangle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499512" y="4691852"/>
            <a:ext cx="5812907" cy="441403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89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E87F31-FA75-006F-00CD-B701AA25BE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6608" y="2200276"/>
            <a:ext cx="9006416" cy="1470025"/>
          </a:xfrm>
        </p:spPr>
        <p:txBody>
          <a:bodyPr/>
          <a:lstStyle>
            <a:lvl1pPr algn="r">
              <a:defRPr>
                <a:solidFill>
                  <a:schemeClr val="accent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70206" y="3879851"/>
            <a:ext cx="6913767" cy="1752600"/>
          </a:xfrm>
        </p:spPr>
        <p:txBody>
          <a:bodyPr/>
          <a:lstStyle>
            <a:lvl1pPr marL="0" indent="0" algn="r">
              <a:buFontTx/>
              <a:buNone/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01C7C8E-F6F3-0FA5-D100-E4D2210601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9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900D48-6E21-4217-3CC3-BFF1E0D918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87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2BECE40-B9F8-5238-73EB-2221EFFF70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734"/>
          <a:stretch/>
        </p:blipFill>
        <p:spPr>
          <a:xfrm>
            <a:off x="0" y="-87085"/>
            <a:ext cx="12192000" cy="66185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127002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5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8C35BC7-E310-108C-B8C4-672091E1D3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1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82A26D2-4216-FF76-6392-C88F8808F0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32206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ct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ct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13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F2E1CC-7F1D-6CF8-6A38-2EE36FC9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84" y="127002"/>
            <a:ext cx="9349316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71BCF8-2B27-BEA0-B962-D2EE1DB6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349316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6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CDEFE03-E507-9264-8C2B-2E78DD2EA1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1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383451EB-63F4-DFF6-8522-1522FB643F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441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/>
              <a:t>Click to edit Master title style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F68BB6B-7571-DB8A-80FB-F7C3AD2610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7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D43B7469-696D-D5B3-7497-03AB7CFB3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5350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163C07D3-0112-1601-B752-FDBF091DD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38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Picture 10" descr="APU Logo Final-medium.jpg">
            <a:extLst>
              <a:ext uri="{FF2B5EF4-FFF2-40B4-BE49-F238E27FC236}">
                <a16:creationId xmlns:a16="http://schemas.microsoft.com/office/drawing/2014/main" id="{0802BECB-EBD7-EAF2-F449-AA70E2803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6311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9CBCAFAD-0874-A920-E7D5-68A99F5090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59460E12-C28F-6F47-C8AD-1B01DC7DB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7172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7C10021-D30B-49A3-9775-E4B0180588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98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067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58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131C5456-E521-C7D4-FB88-68A63787FD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999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04DC0352-F5ED-1918-1F8A-8B80BB6E8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54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AA1C13FB-D1A7-194E-A332-391C492A0C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2689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3D40C30-8297-E054-688C-7A1636F33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24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53C3B966-D4E4-30D5-4A13-103486C2E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64623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8157A30-7FA7-829E-6D9C-4DCC0CDCA7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4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82C331B9-CEE5-20AD-DD62-DCC7F9E243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979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F80C67-7C47-1046-B1B1-5649F52F2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ED178921-E6EB-89FB-1721-8D340F832C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181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pic>
        <p:nvPicPr>
          <p:cNvPr id="8" name="Picture 10" descr="APU Logo Final-medium.jpg">
            <a:extLst>
              <a:ext uri="{FF2B5EF4-FFF2-40B4-BE49-F238E27FC236}">
                <a16:creationId xmlns:a16="http://schemas.microsoft.com/office/drawing/2014/main" id="{9186F32B-2E23-EAE7-28F5-E2FCF5E3DF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194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10178BF3-0C44-7F6F-9A93-FAD4F3ED2C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49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60D7C342-4D59-30CD-6ECC-0731D5E44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C6F56718-5153-BA4C-1652-9EFB47DA6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75778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E97445D-AA3E-4FF1-5C3D-A2CF07C45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D4643407-354C-EF13-0031-A2AB96E23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09964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1451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tx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tx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894E1089-2642-1F16-6D34-0AA470DAB4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14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4" name="Picture 10" descr="APU Logo Final-medium.jpg">
            <a:extLst>
              <a:ext uri="{FF2B5EF4-FFF2-40B4-BE49-F238E27FC236}">
                <a16:creationId xmlns:a16="http://schemas.microsoft.com/office/drawing/2014/main" id="{C97ADB29-0190-8E6A-A68B-AEBB217C0E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EAE3BF1D-7538-D216-ADA6-8A61272CEC0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793A658E-0EDC-3F4C-BFB3-E8CA966F34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A1C42F19-22A5-A6AA-F9A6-B990F2E4BD4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F88012-5D39-66F9-BCBC-E3DED480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71734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61A374B0-731A-1D13-1D15-DEB568D14E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6DD384CD-5B1D-00AA-C88E-51863CE859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C0E62B52-2676-DD95-FD76-B834BA0270E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74EF56-AF27-D8AD-DACE-E5CE66A7D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890E9656-A63D-02CF-0218-527AB2D41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05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4828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F99F1D5-796D-B18C-4706-ECD5827DB6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51188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E3F9F65D-AB78-8571-A238-B3743684A6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4169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EDC140F1-7C93-36F2-49E9-260DAC6B7E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622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458D67BC-08A8-B641-2D7F-240DC17CDE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91A76DD4-43F7-C972-85EA-CAFDE2FA04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0D0C3E1-B2D7-E36D-87E0-ECAB470B2D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62331960-A4CD-E907-ACF8-2904680BAD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7A9D95-A204-E92E-A5F8-1E263A7A8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accent6"/>
                </a:solidFill>
              </a:defRPr>
            </a:lvl2pPr>
            <a:lvl3pPr>
              <a:defRPr sz="24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0362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14576114-4EE3-A4A4-76CC-B9B2275D1E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3B5096E-B439-B90B-5317-2550E3B656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7E850367-FBF9-B7B1-9E76-EC298218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B7999D6D-BA9E-A93A-5AB4-A94911B24D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F213A9-305D-2AFC-FF34-19434A2D9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137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13" name="Picture 10" descr="APU Logo Final-medium.jpg">
            <a:extLst>
              <a:ext uri="{FF2B5EF4-FFF2-40B4-BE49-F238E27FC236}">
                <a16:creationId xmlns:a16="http://schemas.microsoft.com/office/drawing/2014/main" id="{C388C33F-8C44-39F0-8C2F-7CF690D3C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27490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3D2297B-429D-D242-496A-D8036CC69E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951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9347200" y="6672263"/>
            <a:ext cx="2844800" cy="2476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Slide </a:t>
            </a:r>
            <a:fld id="{ACF9FD88-8415-405C-A8F6-AF83D7D4748B}" type="slidenum">
              <a:rPr lang="en-US"/>
              <a:pPr/>
              <a:t>‹#›</a:t>
            </a:fld>
            <a:r>
              <a:rPr lang="en-US"/>
              <a:t> of 47</a:t>
            </a:r>
          </a:p>
        </p:txBody>
      </p:sp>
    </p:spTree>
    <p:extLst>
      <p:ext uri="{BB962C8B-B14F-4D97-AF65-F5344CB8AC3E}">
        <p14:creationId xmlns:p14="http://schemas.microsoft.com/office/powerpoint/2010/main" val="2324634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CC693F6-F024-A3A9-24FB-E8ED5704B6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4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815"/>
          <a:stretch/>
        </p:blipFill>
        <p:spPr>
          <a:xfrm>
            <a:off x="0" y="6502398"/>
            <a:ext cx="12192000" cy="355601"/>
          </a:xfrm>
          <a:prstGeom prst="rect">
            <a:avLst/>
          </a:prstGeom>
        </p:spPr>
      </p:pic>
      <p:sp>
        <p:nvSpPr>
          <p:cNvPr id="1028" name="Rectangle 4">
            <a:extLst>
              <a:ext uri="{FF2B5EF4-FFF2-40B4-BE49-F238E27FC236}">
                <a16:creationId xmlns:a16="http://schemas.microsoft.com/office/drawing/2014/main" id="{B623752B-4505-458A-8F13-B97CEB0BB8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4000" y="1697038"/>
            <a:ext cx="117475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4D7F5865-615B-424A-A375-A8F1EEAE7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8569D-7387-4D30-B100-DC94E7D1863E}"/>
              </a:ext>
            </a:extLst>
          </p:cNvPr>
          <p:cNvSpPr txBox="1"/>
          <p:nvPr userDrawn="1"/>
        </p:nvSpPr>
        <p:spPr>
          <a:xfrm>
            <a:off x="10859590" y="6588371"/>
            <a:ext cx="1550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solidFill>
                  <a:schemeClr val="bg2"/>
                </a:solidFill>
                <a:latin typeface="Montserrat" panose="00000500000000000000" pitchFamily="2" charset="0"/>
              </a:rPr>
              <a:t>SLIDE </a:t>
            </a:r>
            <a:fld id="{7E7DF8DA-2BBC-4974-99EF-62657F72EFE3}" type="slidenum">
              <a:rPr lang="en-US" sz="800" smtClean="0">
                <a:solidFill>
                  <a:schemeClr val="bg2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80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C117F-9549-84AD-C279-A42AEB20D920}"/>
              </a:ext>
            </a:extLst>
          </p:cNvPr>
          <p:cNvSpPr txBox="1"/>
          <p:nvPr userDrawn="1"/>
        </p:nvSpPr>
        <p:spPr>
          <a:xfrm>
            <a:off x="39175" y="6588371"/>
            <a:ext cx="2377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>
                <a:solidFill>
                  <a:schemeClr val="bg2"/>
                </a:solidFill>
                <a:latin typeface="Montserrat" panose="00000500000000000000" pitchFamily="2" charset="0"/>
              </a:rPr>
              <a:t>Module Code &amp; Module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D054F-4D2B-C683-DC2F-88927DD0A10B}"/>
              </a:ext>
            </a:extLst>
          </p:cNvPr>
          <p:cNvSpPr txBox="1"/>
          <p:nvPr userDrawn="1"/>
        </p:nvSpPr>
        <p:spPr>
          <a:xfrm>
            <a:off x="4480560" y="6572476"/>
            <a:ext cx="3396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>
                <a:solidFill>
                  <a:schemeClr val="bg2"/>
                </a:solidFill>
                <a:latin typeface="Montserrat" panose="00000500000000000000" pitchFamily="2" charset="0"/>
              </a:rPr>
              <a:t>Slide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53" r:id="rId2"/>
    <p:sldLayoutId id="2147483729" r:id="rId3"/>
    <p:sldLayoutId id="2147483757" r:id="rId4"/>
    <p:sldLayoutId id="2147483758" r:id="rId5"/>
    <p:sldLayoutId id="2147483720" r:id="rId6"/>
    <p:sldLayoutId id="2147483756" r:id="rId7"/>
    <p:sldLayoutId id="2147483719" r:id="rId8"/>
    <p:sldLayoutId id="2147483737" r:id="rId9"/>
    <p:sldLayoutId id="2147483723" r:id="rId10"/>
    <p:sldLayoutId id="2147483739" r:id="rId11"/>
    <p:sldLayoutId id="2147483721" r:id="rId12"/>
    <p:sldLayoutId id="2147483744" r:id="rId13"/>
    <p:sldLayoutId id="2147483722" r:id="rId14"/>
    <p:sldLayoutId id="2147483745" r:id="rId15"/>
    <p:sldLayoutId id="2147483731" r:id="rId16"/>
    <p:sldLayoutId id="2147483724" r:id="rId17"/>
    <p:sldLayoutId id="2147483730" r:id="rId18"/>
    <p:sldLayoutId id="2147483735" r:id="rId19"/>
    <p:sldLayoutId id="2147483725" r:id="rId20"/>
    <p:sldLayoutId id="2147483743" r:id="rId21"/>
    <p:sldLayoutId id="2147483726" r:id="rId22"/>
    <p:sldLayoutId id="2147483740" r:id="rId23"/>
    <p:sldLayoutId id="2147483732" r:id="rId24"/>
    <p:sldLayoutId id="2147483742" r:id="rId25"/>
    <p:sldLayoutId id="2147483749" r:id="rId26"/>
    <p:sldLayoutId id="2147483750" r:id="rId27"/>
    <p:sldLayoutId id="2147483741" r:id="rId28"/>
    <p:sldLayoutId id="2147483734" r:id="rId29"/>
    <p:sldLayoutId id="2147483733" r:id="rId30"/>
    <p:sldLayoutId id="2147483752" r:id="rId31"/>
    <p:sldLayoutId id="2147483727" r:id="rId32"/>
    <p:sldLayoutId id="2147483738" r:id="rId33"/>
    <p:sldLayoutId id="2147483751" r:id="rId34"/>
    <p:sldLayoutId id="2147483747" r:id="rId35"/>
    <p:sldLayoutId id="2147483736" r:id="rId36"/>
    <p:sldLayoutId id="2147483748" r:id="rId37"/>
    <p:sldLayoutId id="2147483728" r:id="rId38"/>
    <p:sldLayoutId id="2147483746" r:id="rId39"/>
    <p:sldLayoutId id="2147483754" r:id="rId40"/>
    <p:sldLayoutId id="2147483755" r:id="rId41"/>
    <p:sldLayoutId id="2147483759" r:id="rId4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5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j-lt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j-lt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j-lt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Dewi.octaviani@apu.edu.my" TargetMode="Externa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fliners@apu.edu.m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.org/sustainabledevelopment/sustainable-development-goals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apiit.atlassian.net/wiki/spaces/ITSM/pages/2686582800/FYPPGBank+Project+Title+Proposal+Menu+Guidelin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0">
            <a:extLst>
              <a:ext uri="{FF2B5EF4-FFF2-40B4-BE49-F238E27FC236}">
                <a16:creationId xmlns:a16="http://schemas.microsoft.com/office/drawing/2014/main" id="{E5A64D6D-4F7B-C4E6-3DF0-51112DC6C859}"/>
              </a:ext>
            </a:extLst>
          </p:cNvPr>
          <p:cNvSpPr txBox="1">
            <a:spLocks/>
          </p:cNvSpPr>
          <p:nvPr/>
        </p:nvSpPr>
        <p:spPr bwMode="auto">
          <a:xfrm>
            <a:off x="1277258" y="3089729"/>
            <a:ext cx="9608456" cy="71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 b="1">
                <a:solidFill>
                  <a:schemeClr val="tx2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MY" kern="0"/>
              <a:t>CT052-3-3-INV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48EE8B-4479-DBB2-A043-0D0A551A3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7258" y="3985536"/>
            <a:ext cx="10724242" cy="1992987"/>
          </a:xfrm>
        </p:spPr>
        <p:txBody>
          <a:bodyPr/>
          <a:lstStyle/>
          <a:p>
            <a:pPr marL="0" indent="0">
              <a:buNone/>
            </a:pPr>
            <a:r>
              <a:rPr lang="en-US" sz="2000"/>
              <a:t>Nur Amira Abdul Majid</a:t>
            </a:r>
          </a:p>
          <a:p>
            <a:pPr marL="0" indent="0">
              <a:buNone/>
            </a:pPr>
            <a:r>
              <a:rPr lang="en-US" sz="2000"/>
              <a:t>FYP Manager – CS,CS(DA), CS(AI)</a:t>
            </a:r>
          </a:p>
          <a:p>
            <a:pPr marL="0" indent="0">
              <a:buNone/>
            </a:pPr>
            <a:r>
              <a:rPr lang="en-US" sz="2000">
                <a:hlinkClick r:id="rId2"/>
              </a:rPr>
              <a:t>nuramira</a:t>
            </a:r>
            <a:r>
              <a:rPr lang="en-US" sz="2000">
                <a:solidFill>
                  <a:schemeClr val="tx1"/>
                </a:solidFill>
                <a:hlinkClick r:id="rId2"/>
              </a:rPr>
              <a:t>@apu.edu.my</a:t>
            </a:r>
            <a:endParaRPr 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/>
              <a:t>Monday – Friday, 10AM – 5PM</a:t>
            </a:r>
          </a:p>
          <a:p>
            <a:pPr marL="0" indent="0">
              <a:buNone/>
            </a:pPr>
            <a:r>
              <a:rPr lang="en-US" sz="2000">
                <a:solidFill>
                  <a:schemeClr val="tx1"/>
                </a:solidFill>
              </a:rPr>
              <a:t>Seating Location: Staff Room, SOC, Level 5, APU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05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183B7-EF1A-33B9-D734-C2E6876A0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163" y="154436"/>
            <a:ext cx="10688865" cy="962031"/>
          </a:xfrm>
        </p:spPr>
        <p:txBody>
          <a:bodyPr/>
          <a:lstStyle/>
          <a:p>
            <a:r>
              <a:rPr lang="en-US" b="1"/>
              <a:t>FYP Managers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331D5-D9D2-79CB-DDFE-FAC623C34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52" y="1406752"/>
            <a:ext cx="8105591" cy="3757792"/>
          </a:xfrm>
        </p:spPr>
        <p:txBody>
          <a:bodyPr/>
          <a:lstStyle/>
          <a:p>
            <a:pPr marL="539750" lvl="1" indent="-450850">
              <a:buFont typeface="Wingdings" pitchFamily="2" charset="2"/>
              <a:buChar char="v"/>
            </a:pPr>
            <a:r>
              <a:rPr lang="en-US" sz="2200"/>
              <a:t>Mr. Dhason Padma Kumar (Main) – </a:t>
            </a:r>
            <a:r>
              <a:rPr lang="en-US" sz="2200" i="1"/>
              <a:t>focusing on Software Engineering (SE) projects.</a:t>
            </a:r>
          </a:p>
          <a:p>
            <a:pPr marL="539750" lvl="1" indent="-450850">
              <a:buFont typeface="Wingdings" pitchFamily="2" charset="2"/>
              <a:buChar char="v"/>
            </a:pPr>
            <a:r>
              <a:rPr lang="en-US" sz="2200"/>
              <a:t>Ms. Nur Amira – </a:t>
            </a:r>
            <a:r>
              <a:rPr lang="en-US" sz="2200" i="1"/>
              <a:t>focusing on CS, CS(AI), CS(DA) projects.</a:t>
            </a:r>
          </a:p>
          <a:p>
            <a:pPr marL="539750" lvl="1" indent="-450850">
              <a:buFont typeface="Wingdings" pitchFamily="2" charset="2"/>
              <a:buChar char="v"/>
            </a:pPr>
            <a:r>
              <a:rPr lang="en-US" sz="2200"/>
              <a:t>Ms. Rizawati Rohizan – </a:t>
            </a:r>
            <a:r>
              <a:rPr lang="en-US" sz="2200" i="1"/>
              <a:t>focusing on MMT, CGD and MMT(VRAR) projects.</a:t>
            </a:r>
          </a:p>
          <a:p>
            <a:pPr marL="539750" lvl="1" indent="-450850">
              <a:buFont typeface="Wingdings" pitchFamily="2" charset="2"/>
              <a:buChar char="v"/>
            </a:pPr>
            <a:r>
              <a:rPr lang="en-US" sz="2200"/>
              <a:t>Ms. Raja </a:t>
            </a:r>
            <a:r>
              <a:rPr lang="en-US" sz="2200" err="1"/>
              <a:t>Norliana</a:t>
            </a:r>
            <a:r>
              <a:rPr lang="en-US" sz="2200"/>
              <a:t> – </a:t>
            </a:r>
            <a:r>
              <a:rPr lang="en-US" sz="2200" i="1"/>
              <a:t>focusing on IT,IT(BIS),IT(IOT),IT(MBT),IT(CC),IT(FT),IT(DT),IT(CE),IT(CC) and IT(NC) projects.</a:t>
            </a:r>
          </a:p>
          <a:p>
            <a:pPr marL="539750" lvl="1" indent="-450850">
              <a:buFont typeface="Wingdings" pitchFamily="2" charset="2"/>
              <a:buChar char="v"/>
            </a:pPr>
            <a:r>
              <a:rPr lang="en-US" sz="2200"/>
              <a:t>Ts. Mr. Umapathy Eaganathan – </a:t>
            </a:r>
            <a:r>
              <a:rPr lang="en-US" sz="2200" i="1"/>
              <a:t>focusing on CS(CYB), CS(FD) and IT(ISS) projects.</a:t>
            </a:r>
          </a:p>
          <a:p>
            <a:pPr marL="0" indent="0">
              <a:buNone/>
            </a:pPr>
            <a:endParaRPr lang="en-US" sz="2200"/>
          </a:p>
          <a:p>
            <a:pPr marL="457200" lvl="1" indent="0">
              <a:buNone/>
            </a:pPr>
            <a:endParaRPr lang="en-US" sz="2200" i="1"/>
          </a:p>
          <a:p>
            <a:pPr lvl="1"/>
            <a:endParaRPr lang="en-US" sz="2200" i="1"/>
          </a:p>
          <a:p>
            <a:pPr lvl="1"/>
            <a:endParaRPr lang="en-US" sz="2200" i="1"/>
          </a:p>
          <a:p>
            <a:pPr lvl="1"/>
            <a:endParaRPr lang="en-US" sz="2200" i="1"/>
          </a:p>
          <a:p>
            <a:pPr lvl="1"/>
            <a:endParaRPr lang="en-US" sz="22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6591C0-5437-88AE-CF39-5A0E59D944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/>
              <a:t>‹#›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4607A11-8E30-EBAF-EEF4-18308FB77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4905" y="1116467"/>
            <a:ext cx="810867" cy="1013584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08B48CF-2E82-0E8C-CA0E-1B86A8B4D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4904" y="3203298"/>
            <a:ext cx="841320" cy="1051651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DCCCFBD-1766-92FC-7B52-D3B659115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3889" y="5139165"/>
            <a:ext cx="830516" cy="1038145"/>
          </a:xfrm>
          <a:prstGeom prst="rect">
            <a:avLst/>
          </a:prstGeom>
          <a:noFill/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F6800B-FEBB-46E7-BC77-740F6D1CF5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4657" y="2145395"/>
            <a:ext cx="841321" cy="10607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0742DC96-7D68-F9CA-C540-6363D38D3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1009" y="3993061"/>
            <a:ext cx="820038" cy="1171483"/>
          </a:xfrm>
          <a:prstGeom prst="rect">
            <a:avLst/>
          </a:prstGeom>
          <a:ln w="285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4992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63118" y="239454"/>
            <a:ext cx="10764111" cy="850091"/>
          </a:xfrm>
          <a:ln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br>
              <a:rPr lang="en-GB" sz="3600"/>
            </a:br>
            <a:br>
              <a:rPr lang="en-GB" b="1"/>
            </a:br>
            <a:br>
              <a:rPr lang="en-GB" b="1"/>
            </a:br>
            <a:r>
              <a:rPr lang="en-GB" sz="3600"/>
              <a:t>FYP Administrative Staff</a:t>
            </a:r>
            <a:endParaRPr lang="en-GB" sz="3600">
              <a:solidFill>
                <a:srgbClr val="FF0000"/>
              </a:solidFill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85108" y="4258036"/>
            <a:ext cx="8897983" cy="1263203"/>
          </a:xfrm>
          <a:ln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/>
              <a:t>Important notes: If the student needs any letter for the purposes of data gathering (if it is requested by the organization/company), please send an email to admin front liner </a:t>
            </a:r>
            <a:r>
              <a:rPr lang="en-US" sz="2000">
                <a:hlinkClick r:id="rId3"/>
              </a:rPr>
              <a:t>fliners@apu.edu.my</a:t>
            </a:r>
            <a:r>
              <a:rPr lang="en-US" sz="2000"/>
              <a:t> for it. </a:t>
            </a:r>
            <a:endParaRPr lang="en-US" sz="2800"/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2057400" y="3886200"/>
            <a:ext cx="81534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000" tIns="46800" rIns="90000" bIns="46800"/>
          <a:lstStyle/>
          <a:p>
            <a:pPr marL="341313" indent="-341313" defTabSz="457200" eaLnBrk="1" hangingPunct="1">
              <a:spcBef>
                <a:spcPts val="800"/>
              </a:spcBef>
              <a:buClr>
                <a:srgbClr val="3333CC"/>
              </a:buClr>
              <a:buSzPct val="60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3200">
              <a:solidFill>
                <a:srgbClr val="000000"/>
              </a:solidFill>
              <a:latin typeface="Tahoma" pitchFamily="34" charset="0"/>
              <a:ea typeface="Lucida Sans Unicode" pitchFamily="34" charset="0"/>
              <a:cs typeface="Lucida Sans Unicode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3B3E1CC-BCA0-6416-2517-6A6F1A5F9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628" y="1925032"/>
            <a:ext cx="1654791" cy="2068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BD719B-2699-4BAD-2EA0-5D71242F2AFC}"/>
              </a:ext>
            </a:extLst>
          </p:cNvPr>
          <p:cNvSpPr txBox="1"/>
          <p:nvPr/>
        </p:nvSpPr>
        <p:spPr>
          <a:xfrm>
            <a:off x="1907260" y="2052025"/>
            <a:ext cx="63179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>
                <a:latin typeface="+mj-lt"/>
              </a:rPr>
              <a:t>Miss Jonas David Yassu is your FYP administrator staff.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>
                <a:latin typeface="+mj-lt"/>
              </a:rPr>
              <a:t>Email address: </a:t>
            </a:r>
            <a:r>
              <a:rPr lang="en-US" sz="2400" err="1">
                <a:latin typeface="+mj-lt"/>
              </a:rPr>
              <a:t>jonas.david@apu.edu.my</a:t>
            </a:r>
            <a:r>
              <a:rPr lang="en-US" sz="2400">
                <a:latin typeface="+mj-lt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>
                <a:latin typeface="+mj-lt"/>
              </a:rPr>
              <a:t>Office location: Level 4, Admin office, Block D</a:t>
            </a:r>
          </a:p>
        </p:txBody>
      </p:sp>
    </p:spTree>
    <p:extLst>
      <p:ext uri="{BB962C8B-B14F-4D97-AF65-F5344CB8AC3E}">
        <p14:creationId xmlns:p14="http://schemas.microsoft.com/office/powerpoint/2010/main" val="357435254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348343" y="195943"/>
            <a:ext cx="10548257" cy="849086"/>
          </a:xfrm>
          <a:noFill/>
          <a:ln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/>
              <a:t>Learning Outcomes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48343" y="1868373"/>
            <a:ext cx="10842170" cy="3291455"/>
          </a:xfrm>
          <a:noFill/>
          <a:ln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  <a:buClr>
                <a:srgbClr val="FFCF01"/>
              </a:buClr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>
                <a:cs typeface="Times New Roman" pitchFamily="18" charset="0"/>
              </a:rPr>
              <a:t>At the end of today’s session, YOU should be able to :-</a:t>
            </a:r>
          </a:p>
          <a:p>
            <a:pPr>
              <a:lnSpc>
                <a:spcPct val="90000"/>
              </a:lnSpc>
              <a:buClr>
                <a:srgbClr val="FFCF01"/>
              </a:buClr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800">
              <a:cs typeface="Times New Roman" pitchFamily="18" charset="0"/>
            </a:endParaRPr>
          </a:p>
          <a:p>
            <a:pPr>
              <a:lnSpc>
                <a:spcPct val="90000"/>
              </a:lnSpc>
              <a:buClr>
                <a:srgbClr val="FFCF01"/>
              </a:buClr>
              <a:buFont typeface="Wingdings" pitchFamily="2" charset="2"/>
              <a:buChar char="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>
                <a:cs typeface="Times New Roman" pitchFamily="18" charset="0"/>
              </a:rPr>
              <a:t>Understand the purpose of a project.</a:t>
            </a:r>
          </a:p>
          <a:p>
            <a:pPr>
              <a:lnSpc>
                <a:spcPct val="90000"/>
              </a:lnSpc>
              <a:buClr>
                <a:srgbClr val="FFCF01"/>
              </a:buClr>
              <a:buFont typeface="Wingdings" pitchFamily="2" charset="2"/>
              <a:buChar char="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>
                <a:cs typeface="Times New Roman" pitchFamily="18" charset="0"/>
              </a:rPr>
              <a:t>Recognise the project processes and timelines.</a:t>
            </a:r>
          </a:p>
          <a:p>
            <a:pPr>
              <a:lnSpc>
                <a:spcPct val="90000"/>
              </a:lnSpc>
              <a:buClr>
                <a:srgbClr val="FFCF01"/>
              </a:buClr>
              <a:buFont typeface="Wingdings" pitchFamily="2" charset="2"/>
              <a:buChar char="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>
                <a:cs typeface="Times New Roman" pitchFamily="18" charset="0"/>
              </a:rPr>
              <a:t>Identify the key elements in project assessment and modules.</a:t>
            </a:r>
          </a:p>
          <a:p>
            <a:pPr>
              <a:lnSpc>
                <a:spcPct val="90000"/>
              </a:lnSpc>
              <a:buClr>
                <a:srgbClr val="FFCF01"/>
              </a:buClr>
              <a:buFont typeface="Wingdings" pitchFamily="2" charset="2"/>
              <a:buChar char="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>
                <a:cs typeface="Times New Roman" pitchFamily="18" charset="0"/>
              </a:rPr>
              <a:t>Identify the people involved throughout the final year project. </a:t>
            </a:r>
          </a:p>
        </p:txBody>
      </p:sp>
    </p:spTree>
    <p:extLst>
      <p:ext uri="{BB962C8B-B14F-4D97-AF65-F5344CB8AC3E}">
        <p14:creationId xmlns:p14="http://schemas.microsoft.com/office/powerpoint/2010/main" val="306324833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idx="1"/>
          </p:nvPr>
        </p:nvSpPr>
        <p:spPr>
          <a:xfrm>
            <a:off x="2011363" y="1697038"/>
            <a:ext cx="8431870" cy="4525962"/>
          </a:xfrm>
          <a:noFill/>
          <a:ln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endParaRPr lang="en-US" sz="2800" b="1"/>
          </a:p>
          <a:p>
            <a:endParaRPr lang="en-US" sz="2800" b="1"/>
          </a:p>
          <a:p>
            <a:pPr lvl="1"/>
            <a:endParaRPr lang="en-US" b="1"/>
          </a:p>
          <a:p>
            <a:pPr lvl="1">
              <a:spcBef>
                <a:spcPts val="0"/>
              </a:spcBef>
            </a:pPr>
            <a:endParaRPr lang="en-US" sz="2400" b="1"/>
          </a:p>
          <a:p>
            <a:pPr lvl="1">
              <a:spcBef>
                <a:spcPts val="0"/>
              </a:spcBef>
            </a:pPr>
            <a:endParaRPr lang="en-GB" sz="2400" b="1"/>
          </a:p>
          <a:p>
            <a:endParaRPr lang="en-GB" sz="2800"/>
          </a:p>
        </p:txBody>
      </p:sp>
      <p:sp>
        <p:nvSpPr>
          <p:cNvPr id="15361" name="Rectangle 1"/>
          <p:cNvSpPr>
            <a:spLocks noGrp="1" noChangeArrowheads="1"/>
          </p:cNvSpPr>
          <p:nvPr>
            <p:ph type="title"/>
          </p:nvPr>
        </p:nvSpPr>
        <p:spPr>
          <a:xfrm>
            <a:off x="315686" y="363469"/>
            <a:ext cx="10602685" cy="1143000"/>
          </a:xfrm>
          <a:noFill/>
          <a:ln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200">
                <a:solidFill>
                  <a:schemeClr val="tx2">
                    <a:lumMod val="95000"/>
                    <a:lumOff val="5000"/>
                  </a:schemeClr>
                </a:solidFill>
                <a:latin typeface="+mj-lt"/>
              </a:rPr>
              <a:t>Elements of </a:t>
            </a:r>
            <a:r>
              <a:rPr lang="en-US" sz="3200">
                <a:solidFill>
                  <a:schemeClr val="tx2">
                    <a:lumMod val="95000"/>
                    <a:lumOff val="5000"/>
                  </a:schemeClr>
                </a:solidFill>
              </a:rPr>
              <a:t>Project</a:t>
            </a:r>
            <a:r>
              <a:rPr lang="en-US" sz="3200">
                <a:solidFill>
                  <a:schemeClr val="tx2">
                    <a:lumMod val="95000"/>
                    <a:lumOff val="5000"/>
                  </a:schemeClr>
                </a:solidFill>
                <a:latin typeface="+mj-lt"/>
              </a:rPr>
              <a:t> Assessment and Modules</a:t>
            </a:r>
            <a:br>
              <a:rPr lang="en-US" sz="3200">
                <a:solidFill>
                  <a:schemeClr val="tx2">
                    <a:lumMod val="95000"/>
                    <a:lumOff val="5000"/>
                  </a:schemeClr>
                </a:solidFill>
                <a:latin typeface="+mj-lt"/>
              </a:rPr>
            </a:br>
            <a:r>
              <a:rPr lang="en-US" sz="3200">
                <a:solidFill>
                  <a:schemeClr val="tx2">
                    <a:lumMod val="95000"/>
                    <a:lumOff val="5000"/>
                  </a:schemeClr>
                </a:solidFill>
              </a:rPr>
              <a:t>(</a:t>
            </a:r>
            <a:r>
              <a:rPr lang="en-US" sz="3200">
                <a:solidFill>
                  <a:srgbClr val="FF0000"/>
                </a:solidFill>
              </a:rPr>
              <a:t>APU-FYP</a:t>
            </a:r>
            <a:r>
              <a:rPr lang="en-US" sz="3200">
                <a:solidFill>
                  <a:schemeClr val="tx2">
                    <a:lumMod val="95000"/>
                    <a:lumOff val="5000"/>
                  </a:schemeClr>
                </a:solidFill>
              </a:rPr>
              <a:t>)</a:t>
            </a:r>
            <a:endParaRPr lang="en-GB" sz="3200">
              <a:solidFill>
                <a:schemeClr val="tx2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3" name="Diagram 2"/>
          <p:cNvGraphicFramePr/>
          <p:nvPr/>
        </p:nvGraphicFramePr>
        <p:xfrm>
          <a:off x="1878842" y="1820080"/>
          <a:ext cx="615514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ight Brace 3"/>
          <p:cNvSpPr/>
          <p:nvPr/>
        </p:nvSpPr>
        <p:spPr bwMode="auto">
          <a:xfrm>
            <a:off x="6519088" y="3732664"/>
            <a:ext cx="1817426" cy="2135872"/>
          </a:xfrm>
          <a:prstGeom prst="rightBrace">
            <a:avLst/>
          </a:prstGeom>
          <a:solidFill>
            <a:schemeClr val="bg1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>
              <a:latin typeface="Arial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36514" y="4631323"/>
            <a:ext cx="2143536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1600" b="1" cap="all">
                <a:ln w="0"/>
                <a:solidFill>
                  <a:srgbClr val="FF0000"/>
                </a:solidFill>
                <a:effectLst>
                  <a:reflection blurRad="12700" stA="50000" endPos="50000" dist="5000" dir="5400000" sy="-100000" rotWithShape="0"/>
                </a:effectLst>
              </a:rPr>
              <a:t>200%(SEMESTER 2)</a:t>
            </a:r>
          </a:p>
        </p:txBody>
      </p:sp>
      <p:sp>
        <p:nvSpPr>
          <p:cNvPr id="9" name="Right Brace 8"/>
          <p:cNvSpPr/>
          <p:nvPr/>
        </p:nvSpPr>
        <p:spPr bwMode="auto">
          <a:xfrm>
            <a:off x="6707738" y="1925663"/>
            <a:ext cx="1665027" cy="1524000"/>
          </a:xfrm>
          <a:prstGeom prst="rightBrace">
            <a:avLst/>
          </a:prstGeom>
          <a:solidFill>
            <a:schemeClr val="bg1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GB">
              <a:latin typeface="Arial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72764" y="2518386"/>
            <a:ext cx="2143536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1600" b="1" cap="all">
                <a:ln w="0"/>
                <a:solidFill>
                  <a:srgbClr val="FF0000"/>
                </a:solidFill>
                <a:effectLst>
                  <a:reflection blurRad="12700" stA="50000" endPos="50000" dist="5000" dir="5400000" sy="-100000" rotWithShape="0"/>
                </a:effectLst>
              </a:rPr>
              <a:t>100%(semester 1)</a:t>
            </a:r>
          </a:p>
        </p:txBody>
      </p:sp>
    </p:spTree>
    <p:extLst>
      <p:ext uri="{BB962C8B-B14F-4D97-AF65-F5344CB8AC3E}">
        <p14:creationId xmlns:p14="http://schemas.microsoft.com/office/powerpoint/2010/main" val="330229955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GB"/>
              <a:t>‹#›</a:t>
            </a:r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796143" y="1328057"/>
            <a:ext cx="533400" cy="1143000"/>
            <a:chOff x="457200" y="1828800"/>
            <a:chExt cx="770806" cy="1828800"/>
          </a:xfrm>
        </p:grpSpPr>
        <p:sp>
          <p:nvSpPr>
            <p:cNvPr id="6" name="Smiley Face 5"/>
            <p:cNvSpPr/>
            <p:nvPr/>
          </p:nvSpPr>
          <p:spPr>
            <a:xfrm>
              <a:off x="533400" y="1981200"/>
              <a:ext cx="533400" cy="533400"/>
            </a:xfrm>
            <a:prstGeom prst="smileyFac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/>
            <p:cNvCxnSpPr>
              <a:stCxn id="6" idx="4"/>
            </p:cNvCxnSpPr>
            <p:nvPr/>
          </p:nvCxnSpPr>
          <p:spPr>
            <a:xfrm rot="16200000" flipH="1">
              <a:off x="438150" y="2876550"/>
              <a:ext cx="762000" cy="38100"/>
            </a:xfrm>
            <a:prstGeom prst="line">
              <a:avLst/>
            </a:prstGeom>
            <a:ln w="889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rot="16200000" flipH="1">
              <a:off x="819150" y="3295650"/>
              <a:ext cx="304800" cy="266700"/>
            </a:xfrm>
            <a:prstGeom prst="line">
              <a:avLst/>
            </a:prstGeom>
            <a:ln w="889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6200000" flipH="1">
              <a:off x="819150" y="2609850"/>
              <a:ext cx="304800" cy="266700"/>
            </a:xfrm>
            <a:prstGeom prst="line">
              <a:avLst/>
            </a:prstGeom>
            <a:ln w="889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rot="5400000" flipH="1" flipV="1">
              <a:off x="495300" y="3314700"/>
              <a:ext cx="381000" cy="304800"/>
            </a:xfrm>
            <a:prstGeom prst="line">
              <a:avLst/>
            </a:prstGeom>
            <a:ln w="889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5400000" flipH="1" flipV="1">
              <a:off x="419100" y="2628900"/>
              <a:ext cx="381000" cy="304800"/>
            </a:xfrm>
            <a:prstGeom prst="line">
              <a:avLst/>
            </a:prstGeom>
            <a:ln w="889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Parallelogram 11"/>
            <p:cNvSpPr/>
            <p:nvPr/>
          </p:nvSpPr>
          <p:spPr>
            <a:xfrm>
              <a:off x="457200" y="1828800"/>
              <a:ext cx="685800" cy="228600"/>
            </a:xfrm>
            <a:prstGeom prst="parallelogram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1104900" y="2057400"/>
              <a:ext cx="123106" cy="348924"/>
            </a:xfrm>
            <a:custGeom>
              <a:avLst/>
              <a:gdLst>
                <a:gd name="connsiteX0" fmla="*/ 0 w 123106"/>
                <a:gd name="connsiteY0" fmla="*/ 0 h 348924"/>
                <a:gd name="connsiteX1" fmla="*/ 114300 w 123106"/>
                <a:gd name="connsiteY1" fmla="*/ 95250 h 348924"/>
                <a:gd name="connsiteX2" fmla="*/ 95250 w 123106"/>
                <a:gd name="connsiteY2" fmla="*/ 228600 h 348924"/>
                <a:gd name="connsiteX3" fmla="*/ 38100 w 123106"/>
                <a:gd name="connsiteY3" fmla="*/ 342900 h 348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106" h="348924">
                  <a:moveTo>
                    <a:pt x="0" y="0"/>
                  </a:moveTo>
                  <a:cubicBezTo>
                    <a:pt x="22034" y="14689"/>
                    <a:pt x="108659" y="67043"/>
                    <a:pt x="114300" y="95250"/>
                  </a:cubicBezTo>
                  <a:cubicBezTo>
                    <a:pt x="123106" y="139279"/>
                    <a:pt x="105346" y="184849"/>
                    <a:pt x="95250" y="228600"/>
                  </a:cubicBezTo>
                  <a:cubicBezTo>
                    <a:pt x="67483" y="348924"/>
                    <a:pt x="95360" y="342900"/>
                    <a:pt x="38100" y="342900"/>
                  </a:cubicBezTo>
                </a:path>
              </a:pathLst>
            </a:custGeom>
            <a:ln w="444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2405743" y="1175657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Commencement </a:t>
            </a:r>
          </a:p>
          <a:p>
            <a:pPr algn="ctr"/>
            <a:r>
              <a:rPr lang="en-US" sz="1400" b="1"/>
              <a:t>of Level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1943" y="2090058"/>
            <a:ext cx="16002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Submit Project Proposal (</a:t>
            </a:r>
            <a:r>
              <a:rPr lang="en-US" sz="1400">
                <a:solidFill>
                  <a:srgbClr val="FF0000"/>
                </a:solidFill>
              </a:rPr>
              <a:t>submission to </a:t>
            </a:r>
            <a:r>
              <a:rPr lang="en-US" sz="1400" err="1">
                <a:solidFill>
                  <a:srgbClr val="FF0000"/>
                </a:solidFill>
              </a:rPr>
              <a:t>FYPBank</a:t>
            </a:r>
            <a:r>
              <a:rPr lang="en-US" sz="1400">
                <a:solidFill>
                  <a:srgbClr val="FF0000"/>
                </a:solidFill>
              </a:rPr>
              <a:t> system</a:t>
            </a:r>
            <a:r>
              <a:rPr lang="en-US" sz="1400"/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0743" y="1175657"/>
            <a:ext cx="121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Supervisors Appointed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0743" y="2090057"/>
            <a:ext cx="1219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Receive Project Proposal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4743" y="1175658"/>
            <a:ext cx="1143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Supervisor </a:t>
            </a:r>
          </a:p>
          <a:p>
            <a:pPr algn="ctr"/>
            <a:r>
              <a:rPr lang="en-US" sz="1400" b="1"/>
              <a:t>Clinic</a:t>
            </a:r>
            <a:endParaRPr lang="en-US" sz="1400">
              <a:solidFill>
                <a:srgbClr val="FF0000"/>
              </a:solidFill>
            </a:endParaRPr>
          </a:p>
          <a:p>
            <a:pPr algn="ctr"/>
            <a:r>
              <a:rPr lang="en-US" sz="1400">
                <a:solidFill>
                  <a:srgbClr val="FF0000"/>
                </a:solidFill>
              </a:rPr>
              <a:t>Schedule Meetings &amp; Meeting </a:t>
            </a:r>
            <a:r>
              <a:rPr lang="en-US" sz="1400" err="1">
                <a:solidFill>
                  <a:srgbClr val="FF0000"/>
                </a:solidFill>
              </a:rPr>
              <a:t>logsheets</a:t>
            </a:r>
            <a:r>
              <a:rPr lang="en-US" sz="1400">
                <a:solidFill>
                  <a:srgbClr val="FF0000"/>
                </a:solidFill>
              </a:rPr>
              <a:t> submit to </a:t>
            </a:r>
            <a:r>
              <a:rPr lang="en-US" sz="1400" err="1">
                <a:solidFill>
                  <a:srgbClr val="FF0000"/>
                </a:solidFill>
              </a:rPr>
              <a:t>FYPBank</a:t>
            </a:r>
            <a:r>
              <a:rPr lang="en-US" sz="1400">
                <a:solidFill>
                  <a:srgbClr val="FF0000"/>
                </a:solidFill>
              </a:rPr>
              <a:t> system</a:t>
            </a:r>
          </a:p>
        </p:txBody>
      </p:sp>
      <p:cxnSp>
        <p:nvCxnSpPr>
          <p:cNvPr id="21" name="Straight Arrow Connector 20"/>
          <p:cNvCxnSpPr>
            <a:cxnSpLocks/>
          </p:cNvCxnSpPr>
          <p:nvPr/>
        </p:nvCxnSpPr>
        <p:spPr>
          <a:xfrm rot="16200000" flipH="1">
            <a:off x="4729843" y="1823358"/>
            <a:ext cx="304800" cy="7619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ight Arrow 21"/>
          <p:cNvSpPr/>
          <p:nvPr/>
        </p:nvSpPr>
        <p:spPr>
          <a:xfrm>
            <a:off x="5606143" y="1328057"/>
            <a:ext cx="2286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/>
          <p:cNvSpPr/>
          <p:nvPr/>
        </p:nvSpPr>
        <p:spPr>
          <a:xfrm>
            <a:off x="6977743" y="1328057"/>
            <a:ext cx="2286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>
            <a:cxnSpLocks/>
            <a:stCxn id="14" idx="2"/>
          </p:cNvCxnSpPr>
          <p:nvPr/>
        </p:nvCxnSpPr>
        <p:spPr>
          <a:xfrm flipH="1">
            <a:off x="3320143" y="1698877"/>
            <a:ext cx="157006" cy="3149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ight Arrow 25"/>
          <p:cNvSpPr/>
          <p:nvPr/>
        </p:nvSpPr>
        <p:spPr>
          <a:xfrm>
            <a:off x="4082143" y="1328057"/>
            <a:ext cx="2286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7282543" y="1175658"/>
            <a:ext cx="1219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Ethics Form </a:t>
            </a:r>
            <a:r>
              <a:rPr lang="en-US" sz="1400"/>
              <a:t>(</a:t>
            </a:r>
            <a:r>
              <a:rPr lang="en-US" sz="1400">
                <a:solidFill>
                  <a:srgbClr val="FF0000"/>
                </a:solidFill>
              </a:rPr>
              <a:t>submission to </a:t>
            </a:r>
            <a:r>
              <a:rPr lang="en-US" sz="1400" err="1">
                <a:solidFill>
                  <a:srgbClr val="FF0000"/>
                </a:solidFill>
              </a:rPr>
              <a:t>FYPBank</a:t>
            </a:r>
            <a:r>
              <a:rPr lang="en-US" sz="1400">
                <a:solidFill>
                  <a:srgbClr val="FF0000"/>
                </a:solidFill>
              </a:rPr>
              <a:t> system</a:t>
            </a:r>
            <a:r>
              <a:rPr lang="en-US" sz="1400"/>
              <a:t>)</a:t>
            </a:r>
            <a:endParaRPr lang="en-US" sz="1400" b="1"/>
          </a:p>
        </p:txBody>
      </p:sp>
      <p:sp>
        <p:nvSpPr>
          <p:cNvPr id="33" name="U-Turn Arrow 32"/>
          <p:cNvSpPr/>
          <p:nvPr/>
        </p:nvSpPr>
        <p:spPr>
          <a:xfrm rot="5400000">
            <a:off x="8349343" y="3004457"/>
            <a:ext cx="3886200" cy="533400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7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616043" y="1175657"/>
            <a:ext cx="170348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Submit Investigation Report (IR)</a:t>
            </a:r>
          </a:p>
          <a:p>
            <a:pPr algn="ctr"/>
            <a:r>
              <a:rPr lang="en-US" sz="1400" b="1"/>
              <a:t>and 3 Meeting </a:t>
            </a:r>
            <a:r>
              <a:rPr lang="en-US" sz="1400" b="1" err="1"/>
              <a:t>logsheets</a:t>
            </a:r>
            <a:endParaRPr lang="en-US" sz="1400" b="1"/>
          </a:p>
          <a:p>
            <a:pPr algn="ctr"/>
            <a:r>
              <a:rPr lang="en-US" sz="1400"/>
              <a:t>(</a:t>
            </a:r>
            <a:r>
              <a:rPr lang="en-US" sz="1400">
                <a:solidFill>
                  <a:srgbClr val="FF0000"/>
                </a:solidFill>
              </a:rPr>
              <a:t>Moodle</a:t>
            </a:r>
            <a:r>
              <a:rPr lang="en-US" sz="1400"/>
              <a:t> </a:t>
            </a:r>
            <a:r>
              <a:rPr lang="en-US" sz="1400">
                <a:solidFill>
                  <a:srgbClr val="FF0000"/>
                </a:solidFill>
              </a:rPr>
              <a:t>submission for IR</a:t>
            </a:r>
            <a:r>
              <a:rPr lang="en-US" sz="1400"/>
              <a:t>)</a:t>
            </a:r>
            <a:endParaRPr lang="en-US" sz="1400" b="1"/>
          </a:p>
        </p:txBody>
      </p:sp>
      <p:sp>
        <p:nvSpPr>
          <p:cNvPr id="35" name="Right Arrow 34"/>
          <p:cNvSpPr/>
          <p:nvPr/>
        </p:nvSpPr>
        <p:spPr>
          <a:xfrm rot="10800000">
            <a:off x="8634192" y="4928143"/>
            <a:ext cx="2286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5056640" y="4680858"/>
            <a:ext cx="419389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Project  Submission to Moodle</a:t>
            </a:r>
          </a:p>
          <a:p>
            <a:pPr marL="285750" indent="-285750" algn="ctr">
              <a:buFontTx/>
              <a:buChar char="-"/>
            </a:pPr>
            <a:r>
              <a:rPr lang="en-US" sz="1400" b="1"/>
              <a:t>FYP Documentation</a:t>
            </a:r>
          </a:p>
          <a:p>
            <a:pPr marL="285750" indent="-285750" algn="ctr">
              <a:buFontTx/>
              <a:buChar char="-"/>
            </a:pPr>
            <a:r>
              <a:rPr lang="en-US" sz="1400" b="1"/>
              <a:t>FYP Source Code</a:t>
            </a:r>
          </a:p>
          <a:p>
            <a:pPr marL="285750" indent="-285750" algn="ctr">
              <a:buFontTx/>
              <a:buChar char="-"/>
            </a:pPr>
            <a:r>
              <a:rPr lang="en-US" sz="1400" b="1"/>
              <a:t>FYP short video</a:t>
            </a:r>
          </a:p>
          <a:p>
            <a:pPr marL="285750" indent="-285750" algn="ctr">
              <a:buFontTx/>
              <a:buChar char="-"/>
            </a:pPr>
            <a:r>
              <a:rPr lang="en-US" sz="1400" b="1"/>
              <a:t>FYP Provisional Form &amp; PPT Slides (after presentation</a:t>
            </a:r>
          </a:p>
          <a:p>
            <a:pPr algn="ctr"/>
            <a:r>
              <a:rPr lang="en-US" sz="1400" b="1"/>
              <a:t>- Meeting </a:t>
            </a:r>
            <a:r>
              <a:rPr lang="en-US" sz="1400" b="1" err="1"/>
              <a:t>logsheets</a:t>
            </a:r>
            <a:r>
              <a:rPr lang="en-US" sz="1400" b="1"/>
              <a:t> submit to </a:t>
            </a:r>
            <a:r>
              <a:rPr lang="en-US" sz="1400" b="1" err="1"/>
              <a:t>FYPBank</a:t>
            </a:r>
            <a:r>
              <a:rPr lang="en-US" sz="1400" b="1"/>
              <a:t> system</a:t>
            </a:r>
          </a:p>
        </p:txBody>
      </p:sp>
      <p:sp>
        <p:nvSpPr>
          <p:cNvPr id="38" name="Right Arrow 37"/>
          <p:cNvSpPr/>
          <p:nvPr/>
        </p:nvSpPr>
        <p:spPr>
          <a:xfrm rot="10800000">
            <a:off x="5025284" y="4952647"/>
            <a:ext cx="2286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/>
          <p:cNvSpPr txBox="1"/>
          <p:nvPr/>
        </p:nvSpPr>
        <p:spPr>
          <a:xfrm>
            <a:off x="3456440" y="4724047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FYP Presentation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82183" y="3827337"/>
            <a:ext cx="198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Supervisor and </a:t>
            </a:r>
            <a:r>
              <a:rPr lang="en-US" sz="1400">
                <a:solidFill>
                  <a:srgbClr val="FF0000"/>
                </a:solidFill>
              </a:rPr>
              <a:t>2</a:t>
            </a:r>
            <a:r>
              <a:rPr lang="en-US" sz="1400" baseline="30000">
                <a:solidFill>
                  <a:srgbClr val="FF0000"/>
                </a:solidFill>
              </a:rPr>
              <a:t>nd</a:t>
            </a:r>
            <a:r>
              <a:rPr lang="en-US" sz="1400">
                <a:solidFill>
                  <a:srgbClr val="FF0000"/>
                </a:solidFill>
              </a:rPr>
              <a:t> Marker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1587" y="3569846"/>
            <a:ext cx="1524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Mark FYP</a:t>
            </a:r>
            <a:endParaRPr lang="en-US" sz="1400">
              <a:solidFill>
                <a:srgbClr val="FF0000"/>
              </a:solidFill>
            </a:endParaRPr>
          </a:p>
          <a:p>
            <a:pPr algn="ctr"/>
            <a:r>
              <a:rPr lang="en-US" sz="1400">
                <a:solidFill>
                  <a:srgbClr val="FF0000"/>
                </a:solidFill>
              </a:rPr>
              <a:t>(</a:t>
            </a:r>
            <a:r>
              <a:rPr lang="en-US" sz="1400"/>
              <a:t>Supervisor/</a:t>
            </a:r>
          </a:p>
          <a:p>
            <a:pPr algn="ctr"/>
            <a:r>
              <a:rPr lang="en-US" sz="1400">
                <a:solidFill>
                  <a:srgbClr val="FF0000"/>
                </a:solidFill>
              </a:rPr>
              <a:t>2</a:t>
            </a:r>
            <a:r>
              <a:rPr lang="en-US" sz="1400" baseline="30000">
                <a:solidFill>
                  <a:srgbClr val="FF0000"/>
                </a:solidFill>
              </a:rPr>
              <a:t>nd</a:t>
            </a:r>
            <a:r>
              <a:rPr lang="en-US" sz="1400">
                <a:solidFill>
                  <a:srgbClr val="FF0000"/>
                </a:solidFill>
              </a:rPr>
              <a:t> Marker)</a:t>
            </a:r>
          </a:p>
        </p:txBody>
      </p:sp>
      <p:cxnSp>
        <p:nvCxnSpPr>
          <p:cNvPr id="43" name="Straight Arrow Connector 42"/>
          <p:cNvCxnSpPr>
            <a:cxnSpLocks/>
            <a:stCxn id="36" idx="0"/>
            <a:endCxn id="42" idx="2"/>
          </p:cNvCxnSpPr>
          <p:nvPr/>
        </p:nvCxnSpPr>
        <p:spPr>
          <a:xfrm flipH="1" flipV="1">
            <a:off x="7153587" y="4308510"/>
            <a:ext cx="583420" cy="3723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856240" y="4734227"/>
            <a:ext cx="1371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Mark FYP</a:t>
            </a:r>
          </a:p>
          <a:p>
            <a:pPr algn="ctr"/>
            <a:r>
              <a:rPr lang="en-US" sz="1400" b="1"/>
              <a:t> </a:t>
            </a:r>
            <a:r>
              <a:rPr lang="en-US" sz="1400">
                <a:solidFill>
                  <a:srgbClr val="FF0000"/>
                </a:solidFill>
              </a:rPr>
              <a:t>( online-marking )</a:t>
            </a:r>
            <a:endParaRPr lang="en-US" sz="1400" b="1">
              <a:solidFill>
                <a:srgbClr val="FF0000"/>
              </a:solidFill>
            </a:endParaRPr>
          </a:p>
        </p:txBody>
      </p:sp>
      <p:sp>
        <p:nvSpPr>
          <p:cNvPr id="46" name="Right Arrow 45"/>
          <p:cNvSpPr/>
          <p:nvPr/>
        </p:nvSpPr>
        <p:spPr>
          <a:xfrm rot="10800000">
            <a:off x="3120283" y="4929012"/>
            <a:ext cx="2286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ight Arrow 46"/>
          <p:cNvSpPr/>
          <p:nvPr/>
        </p:nvSpPr>
        <p:spPr>
          <a:xfrm>
            <a:off x="8501743" y="1328057"/>
            <a:ext cx="2286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8928487" y="3724820"/>
            <a:ext cx="1524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rgbClr val="FF0000"/>
                </a:solidFill>
              </a:rPr>
              <a:t>Grade</a:t>
            </a:r>
          </a:p>
          <a:p>
            <a:pPr algn="ctr"/>
            <a:r>
              <a:rPr lang="en-US" sz="1400">
                <a:solidFill>
                  <a:srgbClr val="FF0000"/>
                </a:solidFill>
              </a:rPr>
              <a:t>(</a:t>
            </a:r>
            <a:r>
              <a:rPr lang="en-US" sz="1400"/>
              <a:t>Supervisor/</a:t>
            </a:r>
          </a:p>
          <a:p>
            <a:pPr algn="ctr"/>
            <a:r>
              <a:rPr lang="en-US" sz="1400">
                <a:solidFill>
                  <a:srgbClr val="FF0000"/>
                </a:solidFill>
              </a:rPr>
              <a:t>2</a:t>
            </a:r>
            <a:r>
              <a:rPr lang="en-US" sz="1400" baseline="30000">
                <a:solidFill>
                  <a:srgbClr val="FF0000"/>
                </a:solidFill>
              </a:rPr>
              <a:t>nd</a:t>
            </a:r>
            <a:r>
              <a:rPr lang="en-US" sz="1400">
                <a:solidFill>
                  <a:srgbClr val="FF0000"/>
                </a:solidFill>
              </a:rPr>
              <a:t> Marker)</a:t>
            </a:r>
          </a:p>
        </p:txBody>
      </p:sp>
      <p:cxnSp>
        <p:nvCxnSpPr>
          <p:cNvPr id="49" name="Straight Arrow Connector 48"/>
          <p:cNvCxnSpPr>
            <a:cxnSpLocks/>
            <a:endCxn id="48" idx="0"/>
          </p:cNvCxnSpPr>
          <p:nvPr/>
        </p:nvCxnSpPr>
        <p:spPr>
          <a:xfrm>
            <a:off x="9690487" y="2729574"/>
            <a:ext cx="212006" cy="9952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999514" y="5154762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IR Feedback</a:t>
            </a:r>
          </a:p>
          <a:p>
            <a:pPr algn="ctr"/>
            <a:r>
              <a:rPr lang="en-US" sz="1400" b="1"/>
              <a:t>(Supervisor)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20843" y="4575399"/>
            <a:ext cx="1524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/>
              <a:t>Meet Student</a:t>
            </a:r>
            <a:endParaRPr lang="en-US" sz="1400">
              <a:solidFill>
                <a:srgbClr val="FF0000"/>
              </a:solidFill>
            </a:endParaRPr>
          </a:p>
        </p:txBody>
      </p:sp>
      <p:cxnSp>
        <p:nvCxnSpPr>
          <p:cNvPr id="52" name="Straight Arrow Connector 51"/>
          <p:cNvCxnSpPr>
            <a:stCxn id="50" idx="0"/>
            <a:endCxn id="51" idx="2"/>
          </p:cNvCxnSpPr>
          <p:nvPr/>
        </p:nvCxnSpPr>
        <p:spPr>
          <a:xfrm flipH="1" flipV="1">
            <a:off x="9682843" y="4883176"/>
            <a:ext cx="193276" cy="2715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E96E0C2-9013-4023-B955-0E5C595B2F5B}"/>
              </a:ext>
            </a:extLst>
          </p:cNvPr>
          <p:cNvCxnSpPr>
            <a:cxnSpLocks/>
          </p:cNvCxnSpPr>
          <p:nvPr/>
        </p:nvCxnSpPr>
        <p:spPr>
          <a:xfrm flipV="1">
            <a:off x="4088531" y="4456441"/>
            <a:ext cx="3639" cy="2412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16B74CD-4C78-E048-A2F4-66BFC1942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256" y="164398"/>
            <a:ext cx="10457373" cy="1143000"/>
          </a:xfrm>
        </p:spPr>
        <p:txBody>
          <a:bodyPr/>
          <a:lstStyle/>
          <a:p>
            <a:r>
              <a:rPr lang="en-MY"/>
              <a:t>FYP Process</a:t>
            </a:r>
          </a:p>
        </p:txBody>
      </p:sp>
    </p:spTree>
    <p:extLst>
      <p:ext uri="{BB962C8B-B14F-4D97-AF65-F5344CB8AC3E}">
        <p14:creationId xmlns:p14="http://schemas.microsoft.com/office/powerpoint/2010/main" val="2294287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770" decel="100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770" decel="100000"/>
                                        <p:tgtEl>
                                          <p:spTgt spid="33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7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80" dur="77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8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82" dur="77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8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22" grpId="0" animBg="1"/>
      <p:bldP spid="24" grpId="0" animBg="1"/>
      <p:bldP spid="26" grpId="0" animBg="1"/>
      <p:bldP spid="29" grpId="0"/>
      <p:bldP spid="33" grpId="0" animBg="1"/>
      <p:bldP spid="34" grpId="0"/>
      <p:bldP spid="35" grpId="0" animBg="1"/>
      <p:bldP spid="36" grpId="0"/>
      <p:bldP spid="38" grpId="0" animBg="1"/>
      <p:bldP spid="40" grpId="0"/>
      <p:bldP spid="41" grpId="0"/>
      <p:bldP spid="42" grpId="0"/>
      <p:bldP spid="45" grpId="0"/>
      <p:bldP spid="46" grpId="0" animBg="1"/>
      <p:bldP spid="46" grpId="1" animBg="1"/>
      <p:bldP spid="47" grpId="0" animBg="1"/>
      <p:bldP spid="48" grpId="0"/>
      <p:bldP spid="50" grpId="0"/>
      <p:bldP spid="5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272144" y="368187"/>
            <a:ext cx="10613570" cy="914400"/>
          </a:xfrm>
          <a:ln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/>
              <a:t>Project Timelines ( Semester I )</a:t>
            </a:r>
            <a:br>
              <a:rPr lang="en-GB" sz="3600"/>
            </a:br>
            <a:r>
              <a:rPr lang="en-GB" sz="3600"/>
              <a:t>(</a:t>
            </a:r>
            <a:r>
              <a:rPr lang="en-GB" b="1"/>
              <a:t>Milestones &amp; Submissions</a:t>
            </a:r>
            <a:r>
              <a:rPr lang="en-GB" sz="3600"/>
              <a:t>)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2017714"/>
            <a:ext cx="8726488" cy="5515851"/>
          </a:xfrm>
          <a:ln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400"/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800"/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80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177393346"/>
              </p:ext>
            </p:extLst>
          </p:nvPr>
        </p:nvGraphicFramePr>
        <p:xfrm>
          <a:off x="1935680" y="1434987"/>
          <a:ext cx="8035636" cy="4807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6714316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2017714"/>
            <a:ext cx="8726488" cy="5515851"/>
          </a:xfrm>
          <a:ln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400"/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800"/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80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707206978"/>
              </p:ext>
            </p:extLst>
          </p:nvPr>
        </p:nvGraphicFramePr>
        <p:xfrm>
          <a:off x="2030733" y="1455710"/>
          <a:ext cx="8170223" cy="50501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87D45F70-A76F-04B1-8EA3-9A9E0166DE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2144" y="368187"/>
            <a:ext cx="10613570" cy="914400"/>
          </a:xfrm>
          <a:ln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/>
              <a:t>Project Timelines ( Semester I )</a:t>
            </a:r>
            <a:br>
              <a:rPr lang="en-GB" sz="3600"/>
            </a:br>
            <a:r>
              <a:rPr lang="en-GB" sz="3600"/>
              <a:t>(</a:t>
            </a:r>
            <a:r>
              <a:rPr lang="en-GB" b="1"/>
              <a:t>Milestones &amp; Submissions</a:t>
            </a:r>
            <a:r>
              <a:rPr lang="en-GB" sz="36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4362021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2017714"/>
            <a:ext cx="8726488" cy="5515851"/>
          </a:xfrm>
          <a:ln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400"/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800"/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80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168261154"/>
              </p:ext>
            </p:extLst>
          </p:nvPr>
        </p:nvGraphicFramePr>
        <p:xfrm>
          <a:off x="2022764" y="1527629"/>
          <a:ext cx="8170223" cy="48850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EAA5D7D9-F7E1-75DA-0DF9-8E12A73231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2144" y="368187"/>
            <a:ext cx="10613570" cy="914400"/>
          </a:xfrm>
          <a:ln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/>
              <a:t>Project Timelines ( Semester II )</a:t>
            </a:r>
            <a:br>
              <a:rPr lang="en-GB" sz="3600"/>
            </a:br>
            <a:r>
              <a:rPr lang="en-GB" sz="3600"/>
              <a:t>(</a:t>
            </a:r>
            <a:r>
              <a:rPr lang="en-GB" b="1"/>
              <a:t>Milestones &amp; Submissions</a:t>
            </a:r>
            <a:r>
              <a:rPr lang="en-GB" sz="36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6691218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825347362"/>
              </p:ext>
            </p:extLst>
          </p:nvPr>
        </p:nvGraphicFramePr>
        <p:xfrm>
          <a:off x="1764125" y="1072343"/>
          <a:ext cx="8663749" cy="48850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18E268BA-B900-5E1C-FE06-FA1F5D8D61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6830" y="157943"/>
            <a:ext cx="10613570" cy="914400"/>
          </a:xfrm>
          <a:ln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/>
              <a:t>PPF Submission</a:t>
            </a:r>
          </a:p>
        </p:txBody>
      </p:sp>
    </p:spTree>
    <p:extLst>
      <p:ext uri="{BB962C8B-B14F-4D97-AF65-F5344CB8AC3E}">
        <p14:creationId xmlns:p14="http://schemas.microsoft.com/office/powerpoint/2010/main" val="342216853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GB"/>
              <a:t>‹#›</a:t>
            </a:r>
            <a:endParaRPr lang="en-US"/>
          </a:p>
        </p:txBody>
      </p:sp>
      <p:sp>
        <p:nvSpPr>
          <p:cNvPr id="110597" name="Rectangle 5"/>
          <p:cNvSpPr>
            <a:spLocks noChangeArrowheads="1"/>
          </p:cNvSpPr>
          <p:nvPr/>
        </p:nvSpPr>
        <p:spPr bwMode="auto">
          <a:xfrm>
            <a:off x="1714500" y="1290248"/>
            <a:ext cx="9067800" cy="481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339725" indent="-339725" defTabSz="457200">
              <a:lnSpc>
                <a:spcPct val="93000"/>
              </a:lnSpc>
              <a:spcBef>
                <a:spcPct val="20000"/>
              </a:spcBef>
              <a:buFontTx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latin typeface="+mj-lt"/>
              </a:rPr>
              <a:t>It should be interesting</a:t>
            </a:r>
          </a:p>
          <a:p>
            <a:pPr marL="339725" indent="-339725" defTabSz="457200">
              <a:lnSpc>
                <a:spcPct val="93000"/>
              </a:lnSpc>
              <a:spcBef>
                <a:spcPct val="20000"/>
              </a:spcBef>
              <a:buFontTx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latin typeface="+mj-lt"/>
              </a:rPr>
              <a:t>Interesting can be </a:t>
            </a:r>
            <a:r>
              <a:rPr lang="en-GB"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NEW</a:t>
            </a:r>
          </a:p>
          <a:p>
            <a:pPr marL="339725" indent="-339725" defTabSz="457200">
              <a:lnSpc>
                <a:spcPct val="93000"/>
              </a:lnSpc>
              <a:spcBef>
                <a:spcPct val="20000"/>
              </a:spcBef>
              <a:buFontTx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latin typeface="+mj-lt"/>
              </a:rPr>
              <a:t>Interesting can be </a:t>
            </a:r>
            <a:r>
              <a:rPr lang="en-GB"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OLD</a:t>
            </a:r>
          </a:p>
          <a:p>
            <a:pPr marL="339725" indent="-339725" defTabSz="457200">
              <a:lnSpc>
                <a:spcPct val="93000"/>
              </a:lnSpc>
              <a:spcBef>
                <a:spcPct val="20000"/>
              </a:spcBef>
              <a:buFontTx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latin typeface="+mj-lt"/>
              </a:rPr>
              <a:t>Interesting can be </a:t>
            </a:r>
            <a:r>
              <a:rPr lang="en-GB"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WEIRD</a:t>
            </a:r>
          </a:p>
          <a:p>
            <a:pPr marL="339725" indent="-339725" defTabSz="457200">
              <a:lnSpc>
                <a:spcPct val="93000"/>
              </a:lnSpc>
              <a:spcBef>
                <a:spcPct val="20000"/>
              </a:spcBef>
              <a:buFontTx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latin typeface="+mj-lt"/>
              </a:rPr>
              <a:t>Interesting can be </a:t>
            </a:r>
            <a:r>
              <a:rPr lang="en-GB" sz="28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FUN</a:t>
            </a:r>
          </a:p>
          <a:p>
            <a:pPr defTabSz="457200">
              <a:lnSpc>
                <a:spcPct val="93000"/>
              </a:lnSpc>
              <a:spcBef>
                <a:spcPct val="200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latin typeface="+mj-lt"/>
              </a:rPr>
              <a:t> </a:t>
            </a:r>
            <a:endParaRPr lang="en-GB" sz="2800" b="1">
              <a:latin typeface="+mj-lt"/>
            </a:endParaRPr>
          </a:p>
          <a:p>
            <a:pPr marL="339725" indent="-339725" defTabSz="457200">
              <a:lnSpc>
                <a:spcPct val="93000"/>
              </a:lnSpc>
              <a:spcBef>
                <a:spcPct val="20000"/>
              </a:spcBef>
              <a:buFontTx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solidFill>
                  <a:srgbClr val="FF0000"/>
                </a:solidFill>
                <a:latin typeface="+mj-lt"/>
              </a:rPr>
              <a:t>Or</a:t>
            </a:r>
            <a:r>
              <a:rPr lang="en-GB" sz="2800">
                <a:latin typeface="+mj-lt"/>
              </a:rPr>
              <a:t> you may select and use the title proposed during the module of RMCT</a:t>
            </a:r>
          </a:p>
          <a:p>
            <a:pPr marL="339725" indent="-339725" defTabSz="457200">
              <a:lnSpc>
                <a:spcPct val="93000"/>
              </a:lnSpc>
              <a:spcBef>
                <a:spcPct val="20000"/>
              </a:spcBef>
              <a:buFontTx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800">
                <a:solidFill>
                  <a:srgbClr val="FF0000"/>
                </a:solidFill>
                <a:latin typeface="+mj-lt"/>
              </a:rPr>
              <a:t>Or</a:t>
            </a:r>
            <a:r>
              <a:rPr lang="en-GB" sz="2800">
                <a:latin typeface="+mj-lt"/>
              </a:rPr>
              <a:t> you may propose </a:t>
            </a:r>
            <a:r>
              <a:rPr lang="en-GB" sz="2800" b="1">
                <a:solidFill>
                  <a:srgbClr val="FF0000"/>
                </a:solidFill>
                <a:latin typeface="+mj-lt"/>
              </a:rPr>
              <a:t>new</a:t>
            </a:r>
            <a:r>
              <a:rPr lang="en-GB" sz="2800">
                <a:latin typeface="+mj-lt"/>
              </a:rPr>
              <a:t> FYP title</a:t>
            </a:r>
          </a:p>
          <a:p>
            <a:pPr marL="339725" indent="-339725" defTabSz="457200">
              <a:lnSpc>
                <a:spcPct val="93000"/>
              </a:lnSpc>
              <a:spcBef>
                <a:spcPct val="20000"/>
              </a:spcBef>
              <a:buFontTx/>
              <a:buChar char="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2800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1E9329-E41C-D59C-C884-F0DAAB305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6830" y="157943"/>
            <a:ext cx="10613570" cy="914400"/>
          </a:xfrm>
          <a:ln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/>
              <a:t>How to Choose a Project Topic?</a:t>
            </a:r>
          </a:p>
        </p:txBody>
      </p:sp>
    </p:spTree>
    <p:extLst>
      <p:ext uri="{BB962C8B-B14F-4D97-AF65-F5344CB8AC3E}">
        <p14:creationId xmlns:p14="http://schemas.microsoft.com/office/powerpoint/2010/main" val="159503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05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05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05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05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05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05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05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05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05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05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05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05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05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05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1D22A-0C2C-6886-F245-978B1AA67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35629" y="1726294"/>
            <a:ext cx="9437914" cy="3405412"/>
          </a:xfrm>
        </p:spPr>
        <p:txBody>
          <a:bodyPr wrap="square" anchor="t">
            <a:noAutofit/>
          </a:bodyPr>
          <a:lstStyle/>
          <a:p>
            <a:pPr fontAlgn="base">
              <a:lnSpc>
                <a:spcPct val="90000"/>
              </a:lnSpc>
            </a:pPr>
            <a:r>
              <a:rPr lang="en-MY" sz="2400"/>
              <a:t>Choosing a good project title is key to attracting the attention of the readers and examiners. </a:t>
            </a:r>
          </a:p>
          <a:p>
            <a:pPr fontAlgn="base">
              <a:lnSpc>
                <a:spcPct val="90000"/>
              </a:lnSpc>
            </a:pPr>
            <a:r>
              <a:rPr lang="en-MY" sz="2400"/>
              <a:t>The final year project title should not be a typical title. </a:t>
            </a:r>
          </a:p>
          <a:p>
            <a:pPr fontAlgn="base">
              <a:lnSpc>
                <a:spcPct val="90000"/>
              </a:lnSpc>
            </a:pPr>
            <a:r>
              <a:rPr lang="en-MY" sz="2400"/>
              <a:t>It should be </a:t>
            </a:r>
            <a:r>
              <a:rPr lang="en-MY" sz="2400" i="1">
                <a:solidFill>
                  <a:srgbClr val="FF0000"/>
                </a:solidFill>
              </a:rPr>
              <a:t>short, memorable </a:t>
            </a:r>
            <a:r>
              <a:rPr lang="en-MY" sz="2400"/>
              <a:t>and </a:t>
            </a:r>
            <a:r>
              <a:rPr lang="en-MY" sz="2400" i="1">
                <a:solidFill>
                  <a:srgbClr val="FF0000"/>
                </a:solidFill>
              </a:rPr>
              <a:t>attract attention</a:t>
            </a:r>
            <a:r>
              <a:rPr lang="en-MY" sz="2400"/>
              <a:t>.</a:t>
            </a:r>
          </a:p>
          <a:p>
            <a:pPr fontAlgn="base">
              <a:lnSpc>
                <a:spcPct val="90000"/>
              </a:lnSpc>
            </a:pPr>
            <a:r>
              <a:rPr lang="en-MY" sz="2400"/>
              <a:t>It would help if you also tried incorporating the </a:t>
            </a:r>
            <a:r>
              <a:rPr lang="en-MY" sz="2400">
                <a:solidFill>
                  <a:srgbClr val="FF0000"/>
                </a:solidFill>
              </a:rPr>
              <a:t>relevant keywords </a:t>
            </a:r>
            <a:r>
              <a:rPr lang="en-MY" sz="2400"/>
              <a:t>related to the project application in your project title. </a:t>
            </a:r>
          </a:p>
          <a:p>
            <a:pPr fontAlgn="base">
              <a:lnSpc>
                <a:spcPct val="90000"/>
              </a:lnSpc>
            </a:pPr>
            <a:r>
              <a:rPr lang="en-MY" sz="2400"/>
              <a:t>The project title should describe the essence of the work that you will do as part of your final year project.</a:t>
            </a:r>
          </a:p>
          <a:p>
            <a:pPr fontAlgn="base">
              <a:lnSpc>
                <a:spcPct val="90000"/>
              </a:lnSpc>
            </a:pPr>
            <a:r>
              <a:rPr lang="en-MY" sz="2400"/>
              <a:t>It is advisable to use </a:t>
            </a:r>
            <a:r>
              <a:rPr lang="en-MY" sz="2400">
                <a:solidFill>
                  <a:srgbClr val="FF0000"/>
                </a:solidFill>
              </a:rPr>
              <a:t>clear and concise </a:t>
            </a:r>
            <a:r>
              <a:rPr lang="en-MY" sz="2400"/>
              <a:t>language in the project title. </a:t>
            </a:r>
          </a:p>
          <a:p>
            <a:pPr marL="0" indent="0">
              <a:lnSpc>
                <a:spcPct val="90000"/>
              </a:lnSpc>
              <a:buNone/>
            </a:pPr>
            <a:endParaRPr lang="en-US" sz="22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CB77CE-1175-50B6-C9AF-A2761B53C2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r>
              <a:rPr lang="en-GB"/>
              <a:t>‹#›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44D2261-ACB6-D3A4-5E19-F9FC33EB12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6830" y="157943"/>
            <a:ext cx="10613570" cy="914400"/>
          </a:xfrm>
          <a:ln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/>
              <a:t>How to Choose a Project Topic?</a:t>
            </a:r>
          </a:p>
        </p:txBody>
      </p:sp>
      <p:pic>
        <p:nvPicPr>
          <p:cNvPr id="1026" name="Picture 2" descr="Topic - Free communications icons">
            <a:extLst>
              <a:ext uri="{FF2B5EF4-FFF2-40B4-BE49-F238E27FC236}">
                <a16:creationId xmlns:a16="http://schemas.microsoft.com/office/drawing/2014/main" id="{754252DE-644C-AC33-ABA0-7B52B9909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87" y="1593850"/>
            <a:ext cx="1534886" cy="153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1407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9508D-BFF9-981D-CC12-0D44F8DB7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98C29-FD63-FDDA-B642-3195817B61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35629" y="1726294"/>
            <a:ext cx="9437914" cy="3405412"/>
          </a:xfrm>
        </p:spPr>
        <p:txBody>
          <a:bodyPr wrap="square" anchor="t">
            <a:noAutofit/>
          </a:bodyPr>
          <a:lstStyle/>
          <a:p>
            <a:pPr fontAlgn="base">
              <a:lnSpc>
                <a:spcPct val="90000"/>
              </a:lnSpc>
            </a:pPr>
            <a:r>
              <a:rPr lang="en-MY" b="0" i="0">
                <a:effectLst/>
              </a:rPr>
              <a:t>The number of word </a:t>
            </a:r>
            <a:r>
              <a:rPr lang="en-MY"/>
              <a:t>should be no more than </a:t>
            </a:r>
            <a:r>
              <a:rPr lang="en-MY" i="1">
                <a:solidFill>
                  <a:srgbClr val="FF0000"/>
                </a:solidFill>
              </a:rPr>
              <a:t>15 words</a:t>
            </a:r>
            <a:r>
              <a:rPr lang="en-MY"/>
              <a:t>. </a:t>
            </a:r>
          </a:p>
          <a:p>
            <a:pPr fontAlgn="base">
              <a:lnSpc>
                <a:spcPct val="90000"/>
              </a:lnSpc>
            </a:pPr>
            <a:r>
              <a:rPr lang="en-MY"/>
              <a:t>Identify the following key items in your project title:</a:t>
            </a:r>
          </a:p>
          <a:p>
            <a:pPr lvl="1">
              <a:lnSpc>
                <a:spcPct val="90000"/>
              </a:lnSpc>
            </a:pPr>
            <a:r>
              <a:rPr lang="en-US" sz="2800" i="1">
                <a:solidFill>
                  <a:srgbClr val="FF0000"/>
                </a:solidFill>
              </a:rPr>
              <a:t>Area/ field/ domain of interest</a:t>
            </a:r>
          </a:p>
          <a:p>
            <a:pPr lvl="1">
              <a:lnSpc>
                <a:spcPct val="90000"/>
              </a:lnSpc>
            </a:pPr>
            <a:r>
              <a:rPr lang="en-US" sz="2800" i="1">
                <a:solidFill>
                  <a:srgbClr val="FF0000"/>
                </a:solidFill>
              </a:rPr>
              <a:t>Focus</a:t>
            </a:r>
          </a:p>
          <a:p>
            <a:pPr lvl="1">
              <a:lnSpc>
                <a:spcPct val="90000"/>
              </a:lnSpc>
            </a:pPr>
            <a:r>
              <a:rPr lang="en-US" sz="2800" i="1">
                <a:solidFill>
                  <a:srgbClr val="FF0000"/>
                </a:solidFill>
              </a:rPr>
              <a:t>Population</a:t>
            </a:r>
          </a:p>
          <a:p>
            <a:pPr lvl="1">
              <a:lnSpc>
                <a:spcPct val="90000"/>
              </a:lnSpc>
            </a:pPr>
            <a:r>
              <a:rPr lang="en-US" sz="2800" i="1">
                <a:solidFill>
                  <a:srgbClr val="FF0000"/>
                </a:solidFill>
              </a:rPr>
              <a:t>The place of study</a:t>
            </a:r>
            <a:endParaRPr lang="en-MY" sz="2800"/>
          </a:p>
          <a:p>
            <a:pPr marL="0" indent="0">
              <a:lnSpc>
                <a:spcPct val="90000"/>
              </a:lnSpc>
              <a:buNone/>
            </a:pPr>
            <a:endParaRPr lang="en-US" sz="22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EBA42-FBED-F5FF-35D6-655705CB45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r>
              <a:rPr lang="en-GB"/>
              <a:t>‹#›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628C9B7-6917-BD83-412E-C83EF52ED2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6830" y="157943"/>
            <a:ext cx="10613570" cy="914400"/>
          </a:xfrm>
          <a:ln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/>
              <a:t>How to Choose a Project Topic?</a:t>
            </a:r>
          </a:p>
        </p:txBody>
      </p:sp>
      <p:pic>
        <p:nvPicPr>
          <p:cNvPr id="1026" name="Picture 2" descr="Topic - Free communications icons">
            <a:extLst>
              <a:ext uri="{FF2B5EF4-FFF2-40B4-BE49-F238E27FC236}">
                <a16:creationId xmlns:a16="http://schemas.microsoft.com/office/drawing/2014/main" id="{8263321D-2A1C-6C98-4A5A-840C5E0DE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87" y="1593850"/>
            <a:ext cx="1534886" cy="153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60508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E75C8-AF85-C0DE-C2A0-623ADEB79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274638"/>
            <a:ext cx="10613571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MY" b="1"/>
              <a:t>Sample FYP Title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6C461-38CD-4402-97C0-BD609023F7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0985" y="1689797"/>
            <a:ext cx="9775371" cy="2945266"/>
          </a:xfrm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lang="en-US"/>
              <a:t>Example 1: </a:t>
            </a:r>
          </a:p>
          <a:p>
            <a:r>
              <a:rPr lang="en-US"/>
              <a:t>Enhancing Visitor Experience through Augmented Reality for Malacca Museum.</a:t>
            </a:r>
          </a:p>
          <a:p>
            <a:r>
              <a:rPr lang="en-US"/>
              <a:t>Enhancing Visitor (population) Experience (focus) through Augmented Reality (area/ field/ domain of interest) for Malacca Museum(the place of study)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2FE4FB-F7E7-AEE8-B536-5B1FFA3208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24778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D2B9A-DBE0-2F46-6FA9-FADD7479E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D5BBF-CB05-B71B-E28C-B8E46EF6F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274638"/>
            <a:ext cx="10613571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MY" b="1"/>
              <a:t>Sample FYP Title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EF753-F498-8686-5587-C9CA7DC17D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8314" y="1855335"/>
            <a:ext cx="9775371" cy="2945266"/>
          </a:xfrm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lang="en-US"/>
              <a:t>Example 2: </a:t>
            </a:r>
          </a:p>
          <a:p>
            <a:r>
              <a:rPr lang="en-US"/>
              <a:t>The Use of Artificial Intelligence for Injury Risk Assessment and Performance Prediction in Team Sports.</a:t>
            </a:r>
          </a:p>
          <a:p>
            <a:r>
              <a:rPr lang="en-US"/>
              <a:t>The Use of Artificial Intelligence (</a:t>
            </a:r>
            <a:r>
              <a:rPr lang="en-US" i="1">
                <a:solidFill>
                  <a:srgbClr val="FF0000"/>
                </a:solidFill>
              </a:rPr>
              <a:t>area/ field/ domain of interest</a:t>
            </a:r>
            <a:r>
              <a:rPr lang="en-US"/>
              <a:t>) for Injury Risk Assessment and Performance Prediction (</a:t>
            </a:r>
            <a:r>
              <a:rPr lang="en-US" i="1">
                <a:solidFill>
                  <a:srgbClr val="FF0000"/>
                </a:solidFill>
              </a:rPr>
              <a:t>focus</a:t>
            </a:r>
            <a:r>
              <a:rPr lang="en-US"/>
              <a:t>) in Team Sports (</a:t>
            </a:r>
            <a:r>
              <a:rPr lang="en-US" i="1">
                <a:solidFill>
                  <a:srgbClr val="FF0000"/>
                </a:solidFill>
              </a:rPr>
              <a:t>population</a:t>
            </a:r>
            <a:r>
              <a:rPr lang="en-US"/>
              <a:t>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531534-3A2F-75A9-778A-629512C530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95500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DCDE5-E699-EC53-4A05-AE9C04A01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E1F54-B3D6-9971-2440-5F6BF39E1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274638"/>
            <a:ext cx="10613571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MY" b="1"/>
              <a:t>Sample FYP Title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3908C-361D-8077-F1BF-4A7945D43F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8314" y="1855334"/>
            <a:ext cx="9775371" cy="3260951"/>
          </a:xfrm>
        </p:spPr>
        <p:txBody>
          <a:bodyPr wrap="square" anchor="t">
            <a:noAutofit/>
          </a:bodyPr>
          <a:lstStyle/>
          <a:p>
            <a:pPr marL="0" indent="0">
              <a:buNone/>
            </a:pPr>
            <a:r>
              <a:rPr lang="en-US"/>
              <a:t>Example 3: </a:t>
            </a:r>
          </a:p>
          <a:p>
            <a:r>
              <a:rPr lang="en-US"/>
              <a:t>A Hybrid Intelligent System for the Prediction of Parkinson's Disease Progression Using Machine Learning Techniques.</a:t>
            </a:r>
          </a:p>
          <a:p>
            <a:r>
              <a:rPr lang="en-US"/>
              <a:t>A Hybrid Intelligent System (</a:t>
            </a:r>
            <a:r>
              <a:rPr lang="en-US" i="1">
                <a:solidFill>
                  <a:srgbClr val="FF0000"/>
                </a:solidFill>
              </a:rPr>
              <a:t>area/ field/ domain of interest</a:t>
            </a:r>
            <a:r>
              <a:rPr lang="en-US"/>
              <a:t>) for the Prediction of Parkinson's (</a:t>
            </a:r>
            <a:r>
              <a:rPr lang="en-US" i="1">
                <a:solidFill>
                  <a:srgbClr val="FF0000"/>
                </a:solidFill>
              </a:rPr>
              <a:t>population</a:t>
            </a:r>
            <a:r>
              <a:rPr lang="en-US"/>
              <a:t>) Disease Progression (</a:t>
            </a:r>
            <a:r>
              <a:rPr lang="en-US" i="1">
                <a:solidFill>
                  <a:srgbClr val="FF0000"/>
                </a:solidFill>
              </a:rPr>
              <a:t>focus</a:t>
            </a:r>
            <a:r>
              <a:rPr lang="en-US"/>
              <a:t>) Using Machine Learning Techniques (</a:t>
            </a:r>
            <a:r>
              <a:rPr lang="en-US" i="1">
                <a:solidFill>
                  <a:srgbClr val="FF0000"/>
                </a:solidFill>
              </a:rPr>
              <a:t>area/ field/ domain of interest</a:t>
            </a:r>
            <a:r>
              <a:rPr lang="en-US"/>
              <a:t>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762013-F23E-1FAC-D014-9C73D7F169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269730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8788A-2B91-0FB2-9366-E16FE462B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E6393-A38B-B7E4-D783-9EF06E02E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86" y="274638"/>
            <a:ext cx="10613571" cy="11430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MY" b="1"/>
              <a:t>Sample FYP Title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FD356-8D2D-3128-1056-DB986001F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8314" y="1855335"/>
            <a:ext cx="9775371" cy="2945266"/>
          </a:xfrm>
        </p:spPr>
        <p:txBody>
          <a:bodyPr wrap="square" anchor="t">
            <a:normAutofit/>
          </a:bodyPr>
          <a:lstStyle/>
          <a:p>
            <a:pPr marL="0" indent="0">
              <a:buNone/>
            </a:pPr>
            <a:r>
              <a:rPr lang="en-US"/>
              <a:t>Example 4: </a:t>
            </a:r>
          </a:p>
          <a:p>
            <a:r>
              <a:rPr lang="en-US"/>
              <a:t>Improving Learning Experience Using Gamification of E-Learning in African Universities.</a:t>
            </a:r>
          </a:p>
          <a:p>
            <a:r>
              <a:rPr lang="en-US"/>
              <a:t>Improving Learning Experience (</a:t>
            </a:r>
            <a:r>
              <a:rPr lang="en-US" i="1">
                <a:solidFill>
                  <a:srgbClr val="FF0000"/>
                </a:solidFill>
              </a:rPr>
              <a:t>focus</a:t>
            </a:r>
            <a:r>
              <a:rPr lang="en-US"/>
              <a:t>) Using Gamification of E-Learning System (</a:t>
            </a:r>
            <a:r>
              <a:rPr lang="en-US" i="1">
                <a:solidFill>
                  <a:srgbClr val="FF0000"/>
                </a:solidFill>
              </a:rPr>
              <a:t>area/ field/ domain of interest</a:t>
            </a:r>
            <a:r>
              <a:rPr lang="en-US"/>
              <a:t>) in African (</a:t>
            </a:r>
            <a:r>
              <a:rPr lang="en-US" i="1">
                <a:solidFill>
                  <a:srgbClr val="FF0000"/>
                </a:solidFill>
              </a:rPr>
              <a:t>the place of study</a:t>
            </a:r>
            <a:r>
              <a:rPr lang="en-US"/>
              <a:t>) Universities (</a:t>
            </a:r>
            <a:r>
              <a:rPr lang="en-US" i="1">
                <a:solidFill>
                  <a:srgbClr val="FF0000"/>
                </a:solidFill>
              </a:rPr>
              <a:t>population</a:t>
            </a:r>
            <a:r>
              <a:rPr lang="en-US"/>
              <a:t>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62513-0E60-AB22-9DA3-018B7D9C83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r>
              <a:rPr lang="en-GB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12315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GB"/>
              <a:t>‹#›</a:t>
            </a:r>
            <a:endParaRPr lang="en-US"/>
          </a:p>
        </p:txBody>
      </p:sp>
      <p:sp>
        <p:nvSpPr>
          <p:cNvPr id="112646" name="Rectangle 6"/>
          <p:cNvSpPr>
            <a:spLocks noChangeArrowheads="1"/>
          </p:cNvSpPr>
          <p:nvPr/>
        </p:nvSpPr>
        <p:spPr bwMode="auto">
          <a:xfrm>
            <a:off x="4554538" y="1865313"/>
            <a:ext cx="3829050" cy="430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339725" indent="-339725" defTabSz="457200">
              <a:lnSpc>
                <a:spcPct val="93000"/>
              </a:lnSpc>
              <a:spcBef>
                <a:spcPct val="200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4800" b="1"/>
              <a:t>T</a:t>
            </a:r>
            <a:r>
              <a:rPr lang="en-GB" sz="3200" b="1"/>
              <a:t>hink</a:t>
            </a:r>
          </a:p>
          <a:p>
            <a:pPr marL="339725" indent="-339725" defTabSz="457200">
              <a:lnSpc>
                <a:spcPct val="93000"/>
              </a:lnSpc>
              <a:spcBef>
                <a:spcPct val="200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800" b="1"/>
          </a:p>
          <a:p>
            <a:pPr marL="339725" indent="-339725" defTabSz="457200">
              <a:spcBef>
                <a:spcPct val="200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4800" b="1"/>
              <a:t>A</a:t>
            </a:r>
            <a:r>
              <a:rPr lang="en-GB" sz="3200" b="1"/>
              <a:t>sk</a:t>
            </a:r>
          </a:p>
          <a:p>
            <a:pPr marL="339725" indent="-339725" defTabSz="457200">
              <a:spcBef>
                <a:spcPct val="200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800" b="1"/>
          </a:p>
          <a:p>
            <a:pPr marL="339725" indent="-339725" defTabSz="457200">
              <a:spcBef>
                <a:spcPct val="200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4800" b="1"/>
              <a:t>D</a:t>
            </a:r>
            <a:r>
              <a:rPr lang="en-GB" sz="3200" b="1"/>
              <a:t>iscuss</a:t>
            </a:r>
          </a:p>
          <a:p>
            <a:pPr marL="339725" indent="-339725" defTabSz="457200">
              <a:spcBef>
                <a:spcPct val="200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800" b="1"/>
          </a:p>
          <a:p>
            <a:pPr marL="339725" indent="-339725" defTabSz="457200">
              <a:spcBef>
                <a:spcPct val="200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4800" b="1"/>
              <a:t>R</a:t>
            </a:r>
            <a:r>
              <a:rPr lang="en-GB" sz="3200" b="1"/>
              <a:t>esearch</a:t>
            </a:r>
          </a:p>
        </p:txBody>
      </p:sp>
      <p:sp>
        <p:nvSpPr>
          <p:cNvPr id="112648" name="AutoShape 8"/>
          <p:cNvSpPr>
            <a:spLocks noChangeArrowheads="1"/>
          </p:cNvSpPr>
          <p:nvPr/>
        </p:nvSpPr>
        <p:spPr bwMode="auto">
          <a:xfrm rot="10800000">
            <a:off x="7581900" y="1504950"/>
            <a:ext cx="1714500" cy="4248150"/>
          </a:xfrm>
          <a:prstGeom prst="curvedRightArrow">
            <a:avLst>
              <a:gd name="adj1" fmla="val 49556"/>
              <a:gd name="adj2" fmla="val 99111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49" name="AutoShape 9"/>
          <p:cNvSpPr>
            <a:spLocks noChangeArrowheads="1"/>
          </p:cNvSpPr>
          <p:nvPr/>
        </p:nvSpPr>
        <p:spPr bwMode="auto">
          <a:xfrm>
            <a:off x="2743200" y="1714500"/>
            <a:ext cx="1162050" cy="4133850"/>
          </a:xfrm>
          <a:prstGeom prst="downArrow">
            <a:avLst>
              <a:gd name="adj1" fmla="val 50000"/>
              <a:gd name="adj2" fmla="val 8893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859E35-B855-D442-9B09-8819559CB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/>
              <a:t>Where to Start / How to Begin?</a:t>
            </a:r>
          </a:p>
        </p:txBody>
      </p:sp>
    </p:spTree>
    <p:extLst>
      <p:ext uri="{BB962C8B-B14F-4D97-AF65-F5344CB8AC3E}">
        <p14:creationId xmlns:p14="http://schemas.microsoft.com/office/powerpoint/2010/main" val="282500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6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lang="en-GB"/>
              <a:t>‹#›</a:t>
            </a:r>
            <a:endParaRPr lang="en-US"/>
          </a:p>
        </p:txBody>
      </p:sp>
      <p:sp>
        <p:nvSpPr>
          <p:cNvPr id="163845" name="Text Box 5"/>
          <p:cNvSpPr txBox="1">
            <a:spLocks noChangeArrowheads="1"/>
          </p:cNvSpPr>
          <p:nvPr/>
        </p:nvSpPr>
        <p:spPr bwMode="auto">
          <a:xfrm>
            <a:off x="1752600" y="2505670"/>
            <a:ext cx="807720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Arial" charset="0"/>
              </a:defRPr>
            </a:lvl1pPr>
            <a:lvl2pPr>
              <a:defRPr>
                <a:solidFill>
                  <a:schemeClr val="tx1"/>
                </a:solidFill>
                <a:latin typeface="Arial" charset="0"/>
              </a:defRPr>
            </a:lvl2pPr>
            <a:lvl3pPr>
              <a:defRPr>
                <a:solidFill>
                  <a:schemeClr val="tx1"/>
                </a:solidFill>
                <a:latin typeface="Arial" charset="0"/>
              </a:defRPr>
            </a:lvl3pPr>
            <a:lvl4pPr>
              <a:defRPr>
                <a:solidFill>
                  <a:schemeClr val="tx1"/>
                </a:solidFill>
                <a:latin typeface="Arial" charset="0"/>
              </a:defRPr>
            </a:lvl4pPr>
            <a:lvl5pPr>
              <a:defRPr>
                <a:solidFill>
                  <a:schemeClr val="tx1"/>
                </a:solidFill>
                <a:latin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>
              <a:spcBef>
                <a:spcPct val="50000"/>
              </a:spcBef>
            </a:pPr>
            <a:r>
              <a:rPr lang="en-GB" sz="3200">
                <a:latin typeface="Verdana" pitchFamily="34" charset="0"/>
              </a:rPr>
              <a:t>It must be an </a:t>
            </a:r>
            <a:r>
              <a:rPr lang="en-GB" sz="5400">
                <a:solidFill>
                  <a:schemeClr val="tx1">
                    <a:lumMod val="75000"/>
                    <a:lumOff val="25000"/>
                  </a:schemeClr>
                </a:solidFill>
                <a:latin typeface="Impact" pitchFamily="34" charset="0"/>
              </a:rPr>
              <a:t>IT-based solution</a:t>
            </a:r>
          </a:p>
        </p:txBody>
      </p:sp>
    </p:spTree>
    <p:extLst>
      <p:ext uri="{BB962C8B-B14F-4D97-AF65-F5344CB8AC3E}">
        <p14:creationId xmlns:p14="http://schemas.microsoft.com/office/powerpoint/2010/main" val="2062236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Slide </a:t>
            </a:r>
            <a:fld id="{94F19642-2429-4847-841E-16F0D7039ADD}" type="slidenum">
              <a:rPr lang="en-US"/>
              <a:pPr/>
              <a:t>20</a:t>
            </a:fld>
            <a:r>
              <a:rPr lang="en-US"/>
              <a:t> of 47</a:t>
            </a:r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89932" y="1857021"/>
            <a:ext cx="8212137" cy="2168880"/>
          </a:xfrm>
          <a:noFill/>
          <a:ln/>
        </p:spPr>
        <p:txBody>
          <a:bodyPr/>
          <a:lstStyle/>
          <a:p>
            <a:pPr marL="609600" indent="-609600">
              <a:lnSpc>
                <a:spcPct val="80000"/>
              </a:lnSpc>
              <a:buNone/>
            </a:pPr>
            <a:endParaRPr lang="en-US" sz="2400"/>
          </a:p>
          <a:p>
            <a:pPr marL="609600" indent="-609600">
              <a:lnSpc>
                <a:spcPct val="80000"/>
              </a:lnSpc>
              <a:buNone/>
            </a:pPr>
            <a:endParaRPr lang="en-US" sz="240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title"/>
          </p:nvPr>
        </p:nvSpPr>
        <p:spPr>
          <a:xfrm>
            <a:off x="370113" y="192996"/>
            <a:ext cx="11114315" cy="1143000"/>
          </a:xfrm>
          <a:noFill/>
          <a:ln/>
        </p:spPr>
        <p:txBody>
          <a:bodyPr/>
          <a:lstStyle/>
          <a:p>
            <a:r>
              <a:rPr lang="en-US" b="1"/>
              <a:t>The Sustainable Development </a:t>
            </a:r>
            <a:br>
              <a:rPr lang="en-US" b="1"/>
            </a:br>
            <a:r>
              <a:rPr lang="en-US" b="1"/>
              <a:t>Goals (SDGs)</a:t>
            </a:r>
            <a:endParaRPr lang="en-GB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363CC0-2CC9-4572-A7DB-7D3862EA9A6F}"/>
              </a:ext>
            </a:extLst>
          </p:cNvPr>
          <p:cNvSpPr txBox="1"/>
          <p:nvPr/>
        </p:nvSpPr>
        <p:spPr>
          <a:xfrm>
            <a:off x="478971" y="1716929"/>
            <a:ext cx="11114315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MY" sz="2400">
                <a:solidFill>
                  <a:srgbClr val="000000"/>
                </a:solidFill>
                <a:latin typeface="+mn-lt"/>
              </a:rPr>
              <a:t>In 2015, the United Nations adopted global goals known as the Sustainable Development Goals (SDGs) which aimed to end poverty and to achieve a balance in the development of social, economic, and environmental sustainability. 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MY" sz="2400">
              <a:solidFill>
                <a:srgbClr val="000000"/>
              </a:solidFill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MY" sz="2400">
                <a:solidFill>
                  <a:srgbClr val="000000"/>
                </a:solidFill>
                <a:latin typeface="+mn-lt"/>
              </a:rPr>
              <a:t>There are 17 SDG goals have been proposed: </a:t>
            </a:r>
            <a:r>
              <a:rPr lang="en-MY" sz="2400">
                <a:solidFill>
                  <a:srgbClr val="000000"/>
                </a:solidFill>
                <a:latin typeface="+mn-lt"/>
                <a:hlinkClick r:id="rId3"/>
              </a:rPr>
              <a:t>https://www.un.org/sustainabledevelopment/sustainable-development-goals/</a:t>
            </a:r>
            <a:endParaRPr lang="en-MY" sz="2400">
              <a:solidFill>
                <a:srgbClr val="000000"/>
              </a:solidFill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MY" sz="240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82827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hart of sustainable development goals&#10;&#10;Description automatically generated">
            <a:extLst>
              <a:ext uri="{FF2B5EF4-FFF2-40B4-BE49-F238E27FC236}">
                <a16:creationId xmlns:a16="http://schemas.microsoft.com/office/drawing/2014/main" id="{F18CB5A4-297D-4A50-B39D-0D2F053B5A6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1" t="7649" r="3159" b="6114"/>
          <a:stretch/>
        </p:blipFill>
        <p:spPr>
          <a:xfrm>
            <a:off x="1481627" y="478972"/>
            <a:ext cx="9228744" cy="5692549"/>
          </a:xfrm>
          <a:prstGeom prst="rect">
            <a:avLst/>
          </a:prstGeom>
        </p:spPr>
      </p:pic>
      <p:sp>
        <p:nvSpPr>
          <p:cNvPr id="2017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89932" y="1857021"/>
            <a:ext cx="8212137" cy="2168880"/>
          </a:xfrm>
          <a:noFill/>
          <a:ln/>
        </p:spPr>
        <p:txBody>
          <a:bodyPr/>
          <a:lstStyle/>
          <a:p>
            <a:pPr marL="609600" indent="-609600">
              <a:lnSpc>
                <a:spcPct val="80000"/>
              </a:lnSpc>
              <a:buNone/>
            </a:pPr>
            <a:endParaRPr lang="en-US" sz="2400"/>
          </a:p>
          <a:p>
            <a:pPr marL="609600" indent="-609600">
              <a:lnSpc>
                <a:spcPct val="80000"/>
              </a:lnSpc>
              <a:buNone/>
            </a:pP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363CC0-2CC9-4572-A7DB-7D3862EA9A6F}"/>
              </a:ext>
            </a:extLst>
          </p:cNvPr>
          <p:cNvSpPr txBox="1"/>
          <p:nvPr/>
        </p:nvSpPr>
        <p:spPr>
          <a:xfrm>
            <a:off x="2105308" y="2090173"/>
            <a:ext cx="79813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MY" sz="24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50230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Slide </a:t>
            </a:r>
            <a:fld id="{94F19642-2429-4847-841E-16F0D7039ADD}" type="slidenum">
              <a:rPr lang="en-US"/>
              <a:pPr/>
              <a:t>22</a:t>
            </a:fld>
            <a:r>
              <a:rPr lang="en-US"/>
              <a:t> of 47</a:t>
            </a:r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989932" y="1857021"/>
            <a:ext cx="8212137" cy="2168880"/>
          </a:xfrm>
          <a:noFill/>
          <a:ln/>
        </p:spPr>
        <p:txBody>
          <a:bodyPr/>
          <a:lstStyle/>
          <a:p>
            <a:pPr marL="609600" indent="-609600">
              <a:lnSpc>
                <a:spcPct val="80000"/>
              </a:lnSpc>
              <a:buNone/>
            </a:pPr>
            <a:endParaRPr lang="en-US" sz="2400"/>
          </a:p>
          <a:p>
            <a:pPr marL="609600" indent="-609600">
              <a:lnSpc>
                <a:spcPct val="80000"/>
              </a:lnSpc>
              <a:buNone/>
            </a:pPr>
            <a:endParaRPr lang="en-US" sz="240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title"/>
          </p:nvPr>
        </p:nvSpPr>
        <p:spPr>
          <a:xfrm>
            <a:off x="370113" y="192996"/>
            <a:ext cx="10874829" cy="1143000"/>
          </a:xfrm>
          <a:noFill/>
          <a:ln/>
        </p:spPr>
        <p:txBody>
          <a:bodyPr/>
          <a:lstStyle/>
          <a:p>
            <a:r>
              <a:rPr lang="en-US" sz="3200" b="1"/>
              <a:t>What is the role of Computing Technology in SDG goals?</a:t>
            </a:r>
            <a:endParaRPr lang="en-US" sz="3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363CC0-2CC9-4572-A7DB-7D3862EA9A6F}"/>
              </a:ext>
            </a:extLst>
          </p:cNvPr>
          <p:cNvSpPr txBox="1"/>
          <p:nvPr/>
        </p:nvSpPr>
        <p:spPr>
          <a:xfrm>
            <a:off x="555172" y="2090172"/>
            <a:ext cx="10689770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MY" sz="2800">
                <a:solidFill>
                  <a:srgbClr val="000000"/>
                </a:solidFill>
                <a:latin typeface="+mn-lt"/>
              </a:rPr>
              <a:t>FYP students are required to incorporate one of the SDG goals in their project.</a:t>
            </a:r>
          </a:p>
          <a:p>
            <a:endParaRPr lang="en-MY" sz="2800">
              <a:solidFill>
                <a:srgbClr val="000000"/>
              </a:solidFill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MY" sz="2800">
                <a:solidFill>
                  <a:srgbClr val="000000"/>
                </a:solidFill>
                <a:latin typeface="+mn-lt"/>
              </a:rPr>
              <a:t>It is mandatory to indicate which </a:t>
            </a:r>
            <a:r>
              <a:rPr lang="en-MY" sz="2800" b="1">
                <a:solidFill>
                  <a:srgbClr val="FF0000"/>
                </a:solidFill>
                <a:latin typeface="+mn-lt"/>
              </a:rPr>
              <a:t>SDG goal </a:t>
            </a:r>
            <a:r>
              <a:rPr lang="en-MY" sz="2800">
                <a:solidFill>
                  <a:srgbClr val="000000"/>
                </a:solidFill>
                <a:latin typeface="+mn-lt"/>
              </a:rPr>
              <a:t>is mapped in the </a:t>
            </a:r>
            <a:r>
              <a:rPr lang="en-MY" sz="2800" b="1">
                <a:solidFill>
                  <a:srgbClr val="FF0000"/>
                </a:solidFill>
                <a:latin typeface="+mn-lt"/>
              </a:rPr>
              <a:t>project title</a:t>
            </a:r>
            <a:r>
              <a:rPr lang="en-MY" sz="2800">
                <a:solidFill>
                  <a:srgbClr val="000000"/>
                </a:solidFill>
                <a:latin typeface="+mn-lt"/>
              </a:rPr>
              <a:t>. Besides, further discussions are required in their </a:t>
            </a:r>
            <a:r>
              <a:rPr lang="en-MY" sz="2800" b="1">
                <a:solidFill>
                  <a:srgbClr val="FF0000"/>
                </a:solidFill>
                <a:latin typeface="+mn-lt"/>
              </a:rPr>
              <a:t>project abstract</a:t>
            </a:r>
            <a:r>
              <a:rPr lang="en-MY" sz="2800">
                <a:solidFill>
                  <a:srgbClr val="000000"/>
                </a:solidFill>
                <a:latin typeface="+mn-lt"/>
              </a:rPr>
              <a:t>, </a:t>
            </a:r>
            <a:r>
              <a:rPr lang="en-MY" sz="2800" b="1">
                <a:solidFill>
                  <a:srgbClr val="FF0000"/>
                </a:solidFill>
                <a:latin typeface="+mn-lt"/>
              </a:rPr>
              <a:t>introduction</a:t>
            </a:r>
            <a:r>
              <a:rPr lang="en-MY" sz="2800">
                <a:solidFill>
                  <a:srgbClr val="000000"/>
                </a:solidFill>
                <a:latin typeface="+mn-lt"/>
              </a:rPr>
              <a:t>, </a:t>
            </a:r>
            <a:r>
              <a:rPr lang="en-MY" sz="2800" b="1">
                <a:solidFill>
                  <a:srgbClr val="FF0000"/>
                </a:solidFill>
                <a:latin typeface="+mn-lt"/>
              </a:rPr>
              <a:t>literature review</a:t>
            </a:r>
            <a:r>
              <a:rPr lang="en-MY" sz="2800">
                <a:solidFill>
                  <a:srgbClr val="000000"/>
                </a:solidFill>
                <a:latin typeface="+mn-lt"/>
              </a:rPr>
              <a:t>, etc. </a:t>
            </a:r>
            <a:endParaRPr lang="en-MY" sz="28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42785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601805E-0B2D-4B01-E10D-954ACC24D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2" y="214992"/>
            <a:ext cx="10776858" cy="1034143"/>
          </a:xfrm>
        </p:spPr>
        <p:txBody>
          <a:bodyPr/>
          <a:lstStyle/>
          <a:p>
            <a:r>
              <a:rPr lang="en-US" sz="3200"/>
              <a:t>Guideline for Final Year Project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C45FEA3-EF67-DFF4-5666-94F7047FE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15" y="1628321"/>
            <a:ext cx="11005457" cy="35814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/>
              <a:t>The number of words should be </a:t>
            </a:r>
            <a:r>
              <a:rPr lang="en-US" sz="2800" b="1">
                <a:solidFill>
                  <a:srgbClr val="FF0000"/>
                </a:solidFill>
              </a:rPr>
              <a:t>no more than 15 words</a:t>
            </a:r>
            <a:r>
              <a:rPr lang="en-US" sz="280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/>
              <a:t>Please ensure that the students </a:t>
            </a:r>
            <a:r>
              <a:rPr lang="en-US" sz="2800" b="1">
                <a:solidFill>
                  <a:srgbClr val="FF0000"/>
                </a:solidFill>
              </a:rPr>
              <a:t>lock down their FYP titles at the IR stage </a:t>
            </a:r>
            <a:r>
              <a:rPr lang="en-US" sz="2800"/>
              <a:t>and there should not be any changes of titles in their actual FYP itself.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b="1">
                <a:solidFill>
                  <a:srgbClr val="FF0000"/>
                </a:solidFill>
              </a:rPr>
              <a:t>Do not include special characters </a:t>
            </a:r>
            <a:r>
              <a:rPr lang="en-US" sz="2800"/>
              <a:t>: ; - ? ! , . /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b="1">
                <a:solidFill>
                  <a:srgbClr val="FF0000"/>
                </a:solidFill>
              </a:rPr>
              <a:t>Write your FYP title with capitalized each word </a:t>
            </a:r>
            <a:r>
              <a:rPr lang="en-US" sz="2800"/>
              <a:t>except conjunction words and preposition.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800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6750E64B-ABF5-6092-AA34-C008E082F2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r>
              <a:rPr lang="en-GB"/>
              <a:t>‹#›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84A01CAC-C4FE-4F41-B724-873D8F34492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672263"/>
            <a:ext cx="2133600" cy="2476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Slide </a:t>
            </a:r>
            <a:fld id="{ACF9FD88-8415-405C-A8F6-AF83D7D4748B}" type="slidenum">
              <a:rPr lang="en-US" smtClean="0"/>
              <a:pPr>
                <a:spcAft>
                  <a:spcPts val="600"/>
                </a:spcAft>
              </a:pPr>
              <a:t>23</a:t>
            </a:fld>
            <a:r>
              <a:rPr lang="en-US"/>
              <a:t> of 47</a:t>
            </a:r>
          </a:p>
        </p:txBody>
      </p:sp>
    </p:spTree>
    <p:extLst>
      <p:ext uri="{BB962C8B-B14F-4D97-AF65-F5344CB8AC3E}">
        <p14:creationId xmlns:p14="http://schemas.microsoft.com/office/powerpoint/2010/main" val="737563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C45FEA3-EF67-DFF4-5666-94F7047FE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328056"/>
            <a:ext cx="10776858" cy="4963886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/>
              <a:t>The project title should at least </a:t>
            </a:r>
            <a:r>
              <a:rPr lang="en-US" sz="2800" b="1">
                <a:solidFill>
                  <a:srgbClr val="FF0000"/>
                </a:solidFill>
              </a:rPr>
              <a:t>contain an action verb </a:t>
            </a:r>
            <a:r>
              <a:rPr lang="en-US" sz="2800"/>
              <a:t>– Investigating, Exploring, Confirming, Designing, Developing, Defining, Identifying, Establishing – so on and so forth.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/>
              <a:t>The title should </a:t>
            </a:r>
            <a:r>
              <a:rPr lang="en-US" sz="2800" b="1">
                <a:solidFill>
                  <a:srgbClr val="FF0000"/>
                </a:solidFill>
              </a:rPr>
              <a:t>describe the project area, outcomes, solutions</a:t>
            </a:r>
            <a:r>
              <a:rPr lang="en-US" sz="2800"/>
              <a:t>, what the student has achieved or discovered, and the methodology used.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/>
              <a:t>The project title </a:t>
            </a:r>
            <a:r>
              <a:rPr lang="en-US" sz="2800" b="1">
                <a:solidFill>
                  <a:srgbClr val="FF0000"/>
                </a:solidFill>
              </a:rPr>
              <a:t>should NOT contain the product name, game name, system name or model name</a:t>
            </a:r>
            <a:r>
              <a:rPr lang="en-US" sz="2800"/>
              <a:t>. There is no point in doing that.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/>
              <a:t>The project title </a:t>
            </a:r>
            <a:r>
              <a:rPr lang="en-US" sz="2800" b="1">
                <a:solidFill>
                  <a:srgbClr val="FF0000"/>
                </a:solidFill>
              </a:rPr>
              <a:t>should NOT contain an abbreviation or acronym without its full name</a:t>
            </a:r>
            <a:r>
              <a:rPr lang="en-US" sz="2800"/>
              <a:t>.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6750E64B-ABF5-6092-AA34-C008E082F2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r>
              <a:rPr lang="en-GB"/>
              <a:t>‹#›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84A01CAC-C4FE-4F41-B724-873D8F34492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672263"/>
            <a:ext cx="2133600" cy="2476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Slide </a:t>
            </a:r>
            <a:fld id="{ACF9FD88-8415-405C-A8F6-AF83D7D4748B}" type="slidenum">
              <a:rPr lang="en-US" smtClean="0"/>
              <a:pPr>
                <a:spcAft>
                  <a:spcPts val="600"/>
                </a:spcAft>
              </a:pPr>
              <a:t>24</a:t>
            </a:fld>
            <a:r>
              <a:rPr lang="en-US"/>
              <a:t> of 47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D08ADA4-E64D-6D0A-A7C4-B05DD5A00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2" y="214992"/>
            <a:ext cx="10776858" cy="1034143"/>
          </a:xfrm>
        </p:spPr>
        <p:txBody>
          <a:bodyPr/>
          <a:lstStyle/>
          <a:p>
            <a:r>
              <a:rPr lang="en-US" sz="3200"/>
              <a:t>Guideline for Final Year Project Title</a:t>
            </a:r>
          </a:p>
        </p:txBody>
      </p:sp>
    </p:spTree>
    <p:extLst>
      <p:ext uri="{BB962C8B-B14F-4D97-AF65-F5344CB8AC3E}">
        <p14:creationId xmlns:p14="http://schemas.microsoft.com/office/powerpoint/2010/main" val="40986821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C45FEA3-EF67-DFF4-5666-94F7047FE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14" y="1659164"/>
            <a:ext cx="10776858" cy="4963886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/>
              <a:t>It should NOT be something like – A Car Park Management System. It should be something like </a:t>
            </a:r>
            <a:r>
              <a:rPr lang="en-US" sz="2400" b="1"/>
              <a:t>An Artificial Intelligence (AI) Enabled System to Reduce the City Centre Parking Problems During Peak Hours.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/>
          </a:p>
          <a:p>
            <a:pPr>
              <a:buFont typeface="Wingdings" panose="05000000000000000000" pitchFamily="2" charset="2"/>
              <a:buChar char="§"/>
            </a:pPr>
            <a:r>
              <a:rPr lang="en-US" sz="2400"/>
              <a:t>It should NOT be something like – </a:t>
            </a:r>
            <a:r>
              <a:rPr lang="en-US" sz="2400" err="1"/>
              <a:t>Xuria</a:t>
            </a:r>
            <a:r>
              <a:rPr lang="en-US" sz="2400"/>
              <a:t> – A Rogue-Like Game. It should be something like </a:t>
            </a:r>
            <a:r>
              <a:rPr lang="en-US" sz="2400" b="1"/>
              <a:t>Exploring the Effects of Diminishing Gameplay Core Loop Systems to Create Engaging Player Experience in Platform Games.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6750E64B-ABF5-6092-AA34-C008E082F2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r>
              <a:rPr lang="en-GB"/>
              <a:t>‹#›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84A01CAC-C4FE-4F41-B724-873D8F34492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672263"/>
            <a:ext cx="2133600" cy="247650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Slide </a:t>
            </a:r>
            <a:fld id="{ACF9FD88-8415-405C-A8F6-AF83D7D4748B}" type="slidenum">
              <a:rPr lang="en-US" smtClean="0"/>
              <a:pPr>
                <a:spcAft>
                  <a:spcPts val="600"/>
                </a:spcAft>
              </a:pPr>
              <a:t>25</a:t>
            </a:fld>
            <a:r>
              <a:rPr lang="en-US"/>
              <a:t> of 47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16EA66C-0394-440A-45AA-A7ECB1C9E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142" y="214992"/>
            <a:ext cx="10776858" cy="1034143"/>
          </a:xfrm>
        </p:spPr>
        <p:txBody>
          <a:bodyPr/>
          <a:lstStyle/>
          <a:p>
            <a:r>
              <a:rPr lang="en-US" sz="3200"/>
              <a:t>Guideline for Final Year Project Title</a:t>
            </a:r>
          </a:p>
        </p:txBody>
      </p:sp>
    </p:spTree>
    <p:extLst>
      <p:ext uri="{BB962C8B-B14F-4D97-AF65-F5344CB8AC3E}">
        <p14:creationId xmlns:p14="http://schemas.microsoft.com/office/powerpoint/2010/main" val="7502767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D4CAFA-DA96-C77A-3653-A6ADF6D2D33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48343" y="1504724"/>
            <a:ext cx="11419114" cy="3676876"/>
          </a:xfrm>
        </p:spPr>
        <p:txBody>
          <a:bodyPr/>
          <a:lstStyle/>
          <a:p>
            <a:r>
              <a:rPr lang="en-US" sz="2800"/>
              <a:t>Every FYP semester has 4 briefing session.</a:t>
            </a:r>
          </a:p>
          <a:p>
            <a:pPr lvl="1"/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Meeting – 1</a:t>
            </a:r>
            <a:r>
              <a:rPr lang="en-US" baseline="30000"/>
              <a:t>st</a:t>
            </a:r>
            <a:r>
              <a:rPr lang="en-US"/>
              <a:t> week of semester start</a:t>
            </a:r>
          </a:p>
          <a:p>
            <a:pPr lvl="1"/>
            <a:r>
              <a:rPr lang="en-US"/>
              <a:t>2</a:t>
            </a:r>
            <a:r>
              <a:rPr lang="en-US" baseline="30000"/>
              <a:t>nd</a:t>
            </a:r>
            <a:r>
              <a:rPr lang="en-US"/>
              <a:t>  Meeting – 2</a:t>
            </a:r>
            <a:r>
              <a:rPr lang="en-US" baseline="30000"/>
              <a:t>nd</a:t>
            </a:r>
            <a:r>
              <a:rPr lang="en-US"/>
              <a:t> week of semester </a:t>
            </a:r>
          </a:p>
          <a:p>
            <a:pPr lvl="1"/>
            <a:r>
              <a:rPr lang="en-US"/>
              <a:t>3</a:t>
            </a:r>
            <a:r>
              <a:rPr lang="en-US" baseline="30000"/>
              <a:t>rd</a:t>
            </a:r>
            <a:r>
              <a:rPr lang="en-US"/>
              <a:t> meeting – 3</a:t>
            </a:r>
            <a:r>
              <a:rPr lang="en-US" baseline="30000"/>
              <a:t>rd</a:t>
            </a:r>
            <a:r>
              <a:rPr lang="en-US"/>
              <a:t> week of semester</a:t>
            </a:r>
          </a:p>
          <a:p>
            <a:pPr lvl="1"/>
            <a:r>
              <a:rPr lang="en-US"/>
              <a:t>4</a:t>
            </a:r>
            <a:r>
              <a:rPr lang="en-US" baseline="30000"/>
              <a:t>th</a:t>
            </a:r>
            <a:r>
              <a:rPr lang="en-US"/>
              <a:t> Meeting – 1 month after the 3</a:t>
            </a:r>
            <a:r>
              <a:rPr lang="en-US" baseline="30000"/>
              <a:t>rd</a:t>
            </a:r>
            <a:r>
              <a:rPr lang="en-US"/>
              <a:t> briefing</a:t>
            </a:r>
          </a:p>
          <a:p>
            <a:pPr lvl="1"/>
            <a:endParaRPr lang="en-US"/>
          </a:p>
          <a:p>
            <a:r>
              <a:rPr lang="en-US" sz="2800"/>
              <a:t>All FYP briefing sessions will be face to face (physical). Kindly check your time-table. All students must attend the briefing session.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ED8B7F-1ECF-9C19-AC9A-042B78F9A7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48343" y="274638"/>
            <a:ext cx="11212286" cy="1143000"/>
          </a:xfrm>
        </p:spPr>
        <p:txBody>
          <a:bodyPr/>
          <a:lstStyle/>
          <a:p>
            <a:r>
              <a:rPr lang="en-US" b="1"/>
              <a:t>FYP BRIEFING SESSION</a:t>
            </a:r>
          </a:p>
        </p:txBody>
      </p:sp>
    </p:spTree>
    <p:extLst>
      <p:ext uri="{BB962C8B-B14F-4D97-AF65-F5344CB8AC3E}">
        <p14:creationId xmlns:p14="http://schemas.microsoft.com/office/powerpoint/2010/main" val="19238859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348343" y="108857"/>
            <a:ext cx="10668000" cy="881743"/>
          </a:xfrm>
          <a:ln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/>
              <a:t>Project Proposal Submission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8343" y="1451029"/>
            <a:ext cx="10787743" cy="4449028"/>
          </a:xfrm>
          <a:noFill/>
          <a:ln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/>
              <a:t>You are required to submit your Project Proposal through the </a:t>
            </a:r>
            <a:r>
              <a:rPr lang="en-GB" sz="2000" err="1"/>
              <a:t>FYPPGBank</a:t>
            </a:r>
            <a:r>
              <a:rPr lang="en-GB" sz="2000"/>
              <a:t> System. This includes </a:t>
            </a:r>
            <a:r>
              <a:rPr lang="en-GB" sz="2000" b="1">
                <a:solidFill>
                  <a:srgbClr val="FF0000"/>
                </a:solidFill>
              </a:rPr>
              <a:t>Project Title</a:t>
            </a:r>
            <a:r>
              <a:rPr lang="en-GB" sz="2000"/>
              <a:t>, </a:t>
            </a:r>
            <a:r>
              <a:rPr lang="en-GB" sz="2000" b="1">
                <a:solidFill>
                  <a:srgbClr val="FF0000"/>
                </a:solidFill>
              </a:rPr>
              <a:t>Description</a:t>
            </a:r>
            <a:r>
              <a:rPr lang="en-GB" sz="2000"/>
              <a:t>, </a:t>
            </a:r>
            <a:r>
              <a:rPr lang="en-GB" sz="2000" b="1">
                <a:solidFill>
                  <a:srgbClr val="FF0000"/>
                </a:solidFill>
              </a:rPr>
              <a:t>Keywords</a:t>
            </a:r>
            <a:r>
              <a:rPr lang="en-GB" sz="2000"/>
              <a:t>. </a:t>
            </a:r>
          </a:p>
          <a:p>
            <a:pPr marL="0" indent="0">
              <a:lnSpc>
                <a:spcPct val="80000"/>
              </a:lnSpc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000"/>
          </a:p>
          <a:p>
            <a:pPr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000" err="1"/>
              <a:t>FYPPGBank</a:t>
            </a:r>
            <a:r>
              <a:rPr lang="en-US" sz="2000"/>
              <a:t> Project Title Proposal Menu Guideline:</a:t>
            </a:r>
            <a:br>
              <a:rPr lang="en-US" sz="2000"/>
            </a:br>
            <a:r>
              <a:rPr lang="en-US" sz="2000">
                <a:hlinkClick r:id="rId3" tooltip="https://apiit.atlassian.net/wiki/spaces/itsm/pages/2686582800/fyppgbank+project+title+proposal+menu+guideline"/>
              </a:rPr>
              <a:t>https://apiit.atlassian.net/wiki/spaces/ITSM/pages/2686582800/FYPPGBank+Project+Title+Proposal+Menu+Guideline</a:t>
            </a:r>
            <a:r>
              <a:rPr lang="en-US" sz="2000"/>
              <a:t> </a:t>
            </a:r>
          </a:p>
          <a:p>
            <a:pPr marL="0" indent="0">
              <a:lnSpc>
                <a:spcPct val="80000"/>
              </a:lnSpc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000"/>
          </a:p>
          <a:p>
            <a:pPr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/>
              <a:t>Kindly </a:t>
            </a:r>
            <a:r>
              <a:rPr lang="en-US" altLang="en-US" sz="2000" b="1">
                <a:solidFill>
                  <a:srgbClr val="FF0000"/>
                </a:solidFill>
              </a:rPr>
              <a:t>propose five (5) names of potential supervisors </a:t>
            </a:r>
            <a:r>
              <a:rPr lang="en-US" altLang="en-US" sz="2000"/>
              <a:t>for your Final Year Project. Please ensure your selected supervisors align with your project scope and expertise area. Submit your proposed names through the designated field. </a:t>
            </a:r>
          </a:p>
          <a:p>
            <a:pPr marL="0" indent="0">
              <a:lnSpc>
                <a:spcPct val="80000"/>
              </a:lnSpc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000"/>
          </a:p>
          <a:p>
            <a:pPr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 b="1">
                <a:solidFill>
                  <a:srgbClr val="FF0000"/>
                </a:solidFill>
              </a:rPr>
              <a:t>After submitting </a:t>
            </a:r>
            <a:r>
              <a:rPr lang="en-US" altLang="en-US" sz="2000"/>
              <a:t>your Project Proposal, </a:t>
            </a:r>
            <a:r>
              <a:rPr lang="en-US" altLang="en-US" sz="2000" b="1">
                <a:solidFill>
                  <a:srgbClr val="FF0000"/>
                </a:solidFill>
              </a:rPr>
              <a:t>you will be assigned a Supervisor and Second Marker</a:t>
            </a:r>
            <a:r>
              <a:rPr lang="en-US" altLang="en-US" sz="2000"/>
              <a:t>. An email notification will be sent to inform you of the assigned Supervisor and Second Marker.</a:t>
            </a:r>
          </a:p>
          <a:p>
            <a:pPr marL="0" indent="0">
              <a:lnSpc>
                <a:spcPct val="80000"/>
              </a:lnSpc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en-US" sz="2000"/>
          </a:p>
          <a:p>
            <a:pPr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sz="2000"/>
              <a:t>Please ensure to adhere to the rules regarding your project title to avoid any complications.</a:t>
            </a:r>
          </a:p>
          <a:p>
            <a:pPr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300"/>
          </a:p>
        </p:txBody>
      </p:sp>
    </p:spTree>
    <p:extLst>
      <p:ext uri="{BB962C8B-B14F-4D97-AF65-F5344CB8AC3E}">
        <p14:creationId xmlns:p14="http://schemas.microsoft.com/office/powerpoint/2010/main" val="1356264214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252617" y="163286"/>
            <a:ext cx="10741954" cy="903513"/>
          </a:xfrm>
          <a:ln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/>
              <a:t>Project Proposal Submission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2771" y="1331548"/>
            <a:ext cx="10741954" cy="4818881"/>
          </a:xfrm>
          <a:noFill/>
          <a:ln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Char char="q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b="1"/>
              <a:t>Introduction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§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200"/>
              <a:t>Assume the reader has very little knowledge of the subject.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§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200"/>
              <a:t>Introduce the topic, the sector of business/industry concerned, and how the project relates to it.  Define the context of the problem and identify the research required to solve it.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q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b="1"/>
              <a:t>Aim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§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200"/>
              <a:t>The overall achievement is intended to be, in terms of both academic and commercial/industrial advances.</a:t>
            </a:r>
            <a:endParaRPr lang="en-GB" sz="2200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q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b="1"/>
              <a:t>Objectives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§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200"/>
              <a:t>The specific desired situation/achievement. Objective can be assessable to prove that the objective achieve in verification and validation phase.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§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200"/>
              <a:t>Construct 3 – 4 project objectives.</a:t>
            </a:r>
          </a:p>
          <a:p>
            <a:pPr lvl="1">
              <a:lnSpc>
                <a:spcPct val="80000"/>
              </a:lnSpc>
              <a:buFont typeface="Wingdings" panose="05000000000000000000" pitchFamily="2" charset="2"/>
              <a:buChar char="§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200"/>
              <a:t>Start your objective statement with ‘To’</a:t>
            </a:r>
            <a:endParaRPr lang="en-GB" sz="2200"/>
          </a:p>
          <a:p>
            <a:pPr>
              <a:lnSpc>
                <a:spcPct val="80000"/>
              </a:lnSpc>
              <a:buFont typeface="Wingdings" panose="05000000000000000000" pitchFamily="2" charset="2"/>
              <a:buChar char="q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200" b="1"/>
              <a:t>Targeted Users</a:t>
            </a:r>
          </a:p>
        </p:txBody>
      </p:sp>
    </p:spTree>
    <p:extLst>
      <p:ext uri="{BB962C8B-B14F-4D97-AF65-F5344CB8AC3E}">
        <p14:creationId xmlns:p14="http://schemas.microsoft.com/office/powerpoint/2010/main" val="1776854423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41514"/>
            <a:ext cx="10907486" cy="849086"/>
          </a:xfrm>
          <a:ln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/>
              <a:t>Supervisory Clinic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7457" y="1514901"/>
            <a:ext cx="10798629" cy="4353636"/>
          </a:xfrm>
          <a:noFill/>
          <a:ln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/>
              <a:t>A session that is scheduled to enable supervisors to meet all of his or her supervisees. The </a:t>
            </a:r>
            <a:r>
              <a:rPr lang="en-GB" sz="2800">
                <a:solidFill>
                  <a:srgbClr val="FF0000"/>
                </a:solidFill>
              </a:rPr>
              <a:t> </a:t>
            </a:r>
            <a:r>
              <a:rPr lang="en-GB" sz="2800" b="1">
                <a:solidFill>
                  <a:srgbClr val="FF0000"/>
                </a:solidFill>
              </a:rPr>
              <a:t>supervisor clinic session will be conducted via Microsoft Teams or F2F(Face to Face on our APU campus).</a:t>
            </a:r>
          </a:p>
          <a:p>
            <a:pPr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/>
              <a:t>It is a platform where a supervisee engages rich interaction with his or her supervisor.</a:t>
            </a:r>
          </a:p>
          <a:p>
            <a:pPr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/>
              <a:t>This session is organised to assist students to refine his or her Project Proposal including Title, Aim, Objectives, Description, etc.</a:t>
            </a:r>
          </a:p>
          <a:p>
            <a:pPr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b="1">
                <a:solidFill>
                  <a:srgbClr val="FF0000"/>
                </a:solidFill>
              </a:rPr>
              <a:t>You should schedule meetings with supervisor and submit meeting </a:t>
            </a:r>
            <a:r>
              <a:rPr lang="en-GB" sz="2800" b="1" err="1">
                <a:solidFill>
                  <a:srgbClr val="FF0000"/>
                </a:solidFill>
              </a:rPr>
              <a:t>logsheets</a:t>
            </a:r>
            <a:r>
              <a:rPr lang="en-GB" sz="2800" b="1">
                <a:solidFill>
                  <a:srgbClr val="FF0000"/>
                </a:solidFill>
              </a:rPr>
              <a:t> through the </a:t>
            </a:r>
            <a:r>
              <a:rPr lang="en-GB" sz="2800" b="1" err="1">
                <a:solidFill>
                  <a:srgbClr val="FF0000"/>
                </a:solidFill>
              </a:rPr>
              <a:t>FYPPGBank</a:t>
            </a:r>
            <a:r>
              <a:rPr lang="en-GB" sz="2800" b="1">
                <a:solidFill>
                  <a:srgbClr val="FF0000"/>
                </a:solidFill>
              </a:rPr>
              <a:t> System.</a:t>
            </a:r>
            <a:br>
              <a:rPr lang="en-GB" sz="2800" b="1">
                <a:solidFill>
                  <a:srgbClr val="FF0000"/>
                </a:solidFill>
              </a:rPr>
            </a:br>
            <a:endParaRPr lang="en-GB" sz="28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686181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217715" y="152400"/>
            <a:ext cx="10809514" cy="838200"/>
          </a:xfrm>
          <a:ln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/>
              <a:t>Supervisory Sessions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9229" y="1405720"/>
            <a:ext cx="10668000" cy="4559651"/>
          </a:xfrm>
          <a:noFill/>
          <a:ln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/>
              <a:t>FYP Supervisees are expected to meet their supervisors a </a:t>
            </a:r>
            <a:r>
              <a:rPr lang="en-GB" sz="2800" u="sng">
                <a:solidFill>
                  <a:srgbClr val="FF0000"/>
                </a:solidFill>
              </a:rPr>
              <a:t>minimum</a:t>
            </a:r>
            <a:r>
              <a:rPr lang="en-GB" sz="2800" b="1">
                <a:solidFill>
                  <a:srgbClr val="FF0000"/>
                </a:solidFill>
              </a:rPr>
              <a:t> </a:t>
            </a:r>
            <a:r>
              <a:rPr lang="en-GB" sz="2800">
                <a:solidFill>
                  <a:srgbClr val="FF0000"/>
                </a:solidFill>
              </a:rPr>
              <a:t>of</a:t>
            </a:r>
            <a:r>
              <a:rPr lang="en-GB" sz="2800" b="1">
                <a:solidFill>
                  <a:srgbClr val="FF0000"/>
                </a:solidFill>
              </a:rPr>
              <a:t> THREE (3) </a:t>
            </a:r>
            <a:r>
              <a:rPr lang="en-GB" sz="2800">
                <a:solidFill>
                  <a:srgbClr val="FF0000"/>
                </a:solidFill>
              </a:rPr>
              <a:t>times </a:t>
            </a:r>
            <a:r>
              <a:rPr lang="en-GB" sz="2800"/>
              <a:t>per semester.</a:t>
            </a:r>
            <a:r>
              <a:rPr lang="en-GB" sz="2800">
                <a:solidFill>
                  <a:srgbClr val="FF0000"/>
                </a:solidFill>
              </a:rPr>
              <a:t>  You may meet your supervisor F2F on our campus / via Microsoft Teams and update progress in your IR &amp; FYP.</a:t>
            </a:r>
          </a:p>
          <a:p>
            <a:pPr marL="0" indent="0">
              <a:lnSpc>
                <a:spcPct val="80000"/>
              </a:lnSpc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800">
              <a:solidFill>
                <a:srgbClr val="FF0000"/>
              </a:solidFill>
            </a:endParaRPr>
          </a:p>
          <a:p>
            <a:pPr lvl="1"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/>
              <a:t>Review of Project Title, and other details.</a:t>
            </a:r>
          </a:p>
          <a:p>
            <a:pPr lvl="1"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/>
              <a:t>Discuss ethical issues </a:t>
            </a:r>
          </a:p>
          <a:p>
            <a:pPr lvl="1"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/>
              <a:t>Review Literature Review / Secondary Research</a:t>
            </a:r>
          </a:p>
          <a:p>
            <a:pPr lvl="1"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/>
              <a:t>Discuss the Primary Research questions for interview / questionnaire / observation.</a:t>
            </a:r>
          </a:p>
          <a:p>
            <a:pPr lvl="1"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/>
              <a:t>Review IR / FYP documents.</a:t>
            </a:r>
          </a:p>
          <a:p>
            <a:pPr lvl="1">
              <a:lnSpc>
                <a:spcPct val="8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400"/>
              <a:t>Etc.</a:t>
            </a: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1605068198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517071" y="185057"/>
            <a:ext cx="10619015" cy="805543"/>
          </a:xfrm>
          <a:ln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200"/>
              <a:t>Project Meeting Log Sheet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7071" y="1992085"/>
            <a:ext cx="11157857" cy="3113314"/>
          </a:xfrm>
          <a:noFill/>
          <a:ln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/>
              <a:t>Must be used by supervisee for every meeting with supervisor. </a:t>
            </a:r>
            <a:endParaRPr lang="en-GB" sz="2800">
              <a:solidFill>
                <a:srgbClr val="FF0000"/>
              </a:solidFill>
            </a:endParaRP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/>
              <a:t>Submit your meeting </a:t>
            </a:r>
            <a:r>
              <a:rPr lang="en-GB" sz="2800" err="1"/>
              <a:t>logsheets</a:t>
            </a:r>
            <a:r>
              <a:rPr lang="en-GB" sz="2800"/>
              <a:t> through the </a:t>
            </a:r>
            <a:r>
              <a:rPr lang="en-GB" sz="2800" err="1"/>
              <a:t>FYPPGBank</a:t>
            </a:r>
            <a:r>
              <a:rPr lang="en-GB" sz="2800"/>
              <a:t> System.</a:t>
            </a: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/>
              <a:t>Benefits of having planned a session before a meeting and for supervisors to keep track of progress of supervisees at every stage.</a:t>
            </a: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/>
              <a:t>Is a tool for students to organise themselves and drive themselves towards a goal.</a:t>
            </a:r>
          </a:p>
        </p:txBody>
      </p:sp>
    </p:spTree>
    <p:extLst>
      <p:ext uri="{BB962C8B-B14F-4D97-AF65-F5344CB8AC3E}">
        <p14:creationId xmlns:p14="http://schemas.microsoft.com/office/powerpoint/2010/main" val="2512168236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6173" y="223463"/>
            <a:ext cx="10710170" cy="843337"/>
          </a:xfrm>
          <a:ln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br>
              <a:rPr lang="en-GB" sz="3600"/>
            </a:br>
            <a:br>
              <a:rPr lang="en-GB" b="1"/>
            </a:br>
            <a:br>
              <a:rPr lang="en-GB" b="1"/>
            </a:br>
            <a:r>
              <a:rPr lang="en-GB" b="1"/>
              <a:t>FYP Briefing </a:t>
            </a:r>
            <a:r>
              <a:rPr lang="en-GB"/>
              <a:t>S</a:t>
            </a:r>
            <a:r>
              <a:rPr lang="en-GB" b="1"/>
              <a:t>essions</a:t>
            </a:r>
            <a:endParaRPr lang="en-GB" sz="3600">
              <a:solidFill>
                <a:srgbClr val="FF0000"/>
              </a:solidFill>
            </a:endParaRP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08514" y="1448226"/>
            <a:ext cx="8684834" cy="2437974"/>
          </a:xfrm>
          <a:ln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/>
              <a:t>Every FYP semester has </a:t>
            </a:r>
            <a:r>
              <a:rPr lang="en-GB" sz="2800" b="1">
                <a:solidFill>
                  <a:srgbClr val="FF0000"/>
                </a:solidFill>
              </a:rPr>
              <a:t>four (4) briefing sessions. </a:t>
            </a:r>
          </a:p>
          <a:p>
            <a:pPr marL="0" indent="0"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sz="2800" b="1">
              <a:solidFill>
                <a:srgbClr val="FF0000"/>
              </a:solidFill>
            </a:endParaRP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sz="2800" b="1">
                <a:solidFill>
                  <a:srgbClr val="FF0000"/>
                </a:solidFill>
              </a:rPr>
              <a:t>All FYP</a:t>
            </a:r>
            <a:r>
              <a:rPr lang="en-US" sz="2800" b="1"/>
              <a:t> </a:t>
            </a:r>
            <a:r>
              <a:rPr lang="en-US" sz="2800"/>
              <a:t>briefing sessions will be conducted physically on campus. Kindly check your timetable. All students </a:t>
            </a:r>
            <a:r>
              <a:rPr lang="en-US" sz="2800" b="1">
                <a:solidFill>
                  <a:srgbClr val="FF0000"/>
                </a:solidFill>
              </a:rPr>
              <a:t>must attend </a:t>
            </a:r>
            <a:r>
              <a:rPr lang="en-US" sz="2800"/>
              <a:t>all the briefing sessions.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2057400" y="3886200"/>
            <a:ext cx="81534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000" tIns="46800" rIns="90000" bIns="46800"/>
          <a:lstStyle/>
          <a:p>
            <a:pPr marL="341313" indent="-341313" defTabSz="457200" eaLnBrk="1" hangingPunct="1">
              <a:spcBef>
                <a:spcPts val="800"/>
              </a:spcBef>
              <a:buClr>
                <a:srgbClr val="3333CC"/>
              </a:buClr>
              <a:buSzPct val="6000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3200">
              <a:solidFill>
                <a:srgbClr val="000000"/>
              </a:solidFill>
              <a:latin typeface="Tahoma" pitchFamily="34" charset="0"/>
              <a:ea typeface="Lucida Sans Unicode" pitchFamily="34" charset="0"/>
              <a:cs typeface="Lucida Sans Unicode" pitchFamily="34" charset="0"/>
            </a:endParaRPr>
          </a:p>
        </p:txBody>
      </p:sp>
      <p:pic>
        <p:nvPicPr>
          <p:cNvPr id="2050" name="Picture 2" descr="Briefing - Free communications icons">
            <a:extLst>
              <a:ext uri="{FF2B5EF4-FFF2-40B4-BE49-F238E27FC236}">
                <a16:creationId xmlns:a16="http://schemas.microsoft.com/office/drawing/2014/main" id="{D52D572A-132E-34DE-9EBF-52D901C7E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72" y="1371600"/>
            <a:ext cx="1807029" cy="180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5137559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1D54387-1F47-3242-4C7D-F3E83FAD0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51607"/>
            <a:ext cx="10700657" cy="893422"/>
          </a:xfrm>
        </p:spPr>
        <p:txBody>
          <a:bodyPr/>
          <a:lstStyle/>
          <a:p>
            <a:r>
              <a:rPr lang="en-US" sz="3200"/>
              <a:t>IR &amp; FYP Document Format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98DB95-0CC5-1A44-F4F0-2111CEAD4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166019"/>
            <a:ext cx="10918371" cy="4525962"/>
          </a:xfrm>
        </p:spPr>
        <p:txBody>
          <a:bodyPr/>
          <a:lstStyle/>
          <a:p>
            <a:r>
              <a:rPr lang="en-US" sz="2400"/>
              <a:t>Those who did not follow the correct formatting the marks will be downgrade especially those student that have potential to get Distinction Grade. </a:t>
            </a:r>
          </a:p>
          <a:p>
            <a:r>
              <a:rPr lang="en-US" sz="2400" b="1"/>
              <a:t>Font size and page margins</a:t>
            </a:r>
          </a:p>
          <a:p>
            <a:pPr marL="560070" lvl="1">
              <a:buFont typeface="Arial" panose="020B0604020202020204" pitchFamily="34" charset="0"/>
              <a:buChar char="•"/>
            </a:pPr>
            <a:r>
              <a:rPr lang="en-US" sz="2400"/>
              <a:t>Line spacing  </a:t>
            </a:r>
          </a:p>
          <a:p>
            <a:pPr marL="788670" lvl="2" indent="-285750"/>
            <a:r>
              <a:rPr lang="en-US"/>
              <a:t>1.5 spacing ( the written report)</a:t>
            </a:r>
          </a:p>
          <a:p>
            <a:pPr marL="788670" lvl="2" indent="-285750"/>
            <a:r>
              <a:rPr lang="en-US"/>
              <a:t>Single spacing is only permitted in tables, long quotations, short footnotes, notes, multi – line captions and references. </a:t>
            </a:r>
          </a:p>
          <a:p>
            <a:pPr marL="560070" lvl="1">
              <a:buFont typeface="Arial" panose="020B0604020202020204" pitchFamily="34" charset="0"/>
              <a:buChar char="•"/>
            </a:pPr>
            <a:r>
              <a:rPr lang="en-US" sz="2400"/>
              <a:t>Font Type – Times New Roman</a:t>
            </a:r>
          </a:p>
          <a:p>
            <a:pPr marL="560070" lvl="1">
              <a:buFont typeface="Arial" panose="020B0604020202020204" pitchFamily="34" charset="0"/>
              <a:buChar char="•"/>
            </a:pPr>
            <a:r>
              <a:rPr lang="en-US" sz="2400"/>
              <a:t>Font size – 12 points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/>
              <a:t>Alignment: Justify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/>
              <a:t>Page margin: use the standard page margin in Ms. Word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868E82-6B85-1E55-62D6-74F6918576C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34400" y="6672263"/>
            <a:ext cx="2133600" cy="2476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Slide </a:t>
            </a:r>
            <a:fld id="{ACF9FD88-8415-405C-A8F6-AF83D7D4748B}" type="slidenum">
              <a:rPr lang="en-US" smtClean="0"/>
              <a:pPr/>
              <a:t>33</a:t>
            </a:fld>
            <a:r>
              <a:rPr lang="en-US"/>
              <a:t> of 47</a:t>
            </a:r>
          </a:p>
        </p:txBody>
      </p:sp>
    </p:spTree>
    <p:extLst>
      <p:ext uri="{BB962C8B-B14F-4D97-AF65-F5344CB8AC3E}">
        <p14:creationId xmlns:p14="http://schemas.microsoft.com/office/powerpoint/2010/main" val="25456730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A7BE1-C9DC-99CD-E21C-BFC6D2DAB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21" y="257466"/>
            <a:ext cx="10461171" cy="853440"/>
          </a:xfrm>
        </p:spPr>
        <p:txBody>
          <a:bodyPr/>
          <a:lstStyle/>
          <a:p>
            <a:r>
              <a:rPr lang="en-US" b="1"/>
              <a:t>IR &amp; FYP Document Format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975210-3679-3663-4473-DB35CBEF2A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/>
              <a:t>‹#›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3F2FA3E-3784-5DB5-2B9E-A105C21CF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30" y="1327082"/>
            <a:ext cx="10461171" cy="1630362"/>
          </a:xfrm>
        </p:spPr>
        <p:txBody>
          <a:bodyPr>
            <a:normAutofit/>
          </a:bodyPr>
          <a:lstStyle/>
          <a:p>
            <a:r>
              <a:rPr lang="en-US" sz="1600" b="1"/>
              <a:t>Pagination</a:t>
            </a:r>
          </a:p>
          <a:p>
            <a:pPr marL="560070" lvl="1">
              <a:buFont typeface="Arial" panose="020B0604020202020204" pitchFamily="34" charset="0"/>
              <a:buChar char="•"/>
            </a:pPr>
            <a:r>
              <a:rPr lang="en-US" sz="1600"/>
              <a:t>The page number supposed to be at the right area of the header. </a:t>
            </a:r>
          </a:p>
          <a:p>
            <a:pPr marL="560070" lvl="1">
              <a:buFont typeface="Arial" panose="020B0604020202020204" pitchFamily="34" charset="0"/>
              <a:buChar char="•"/>
            </a:pPr>
            <a:r>
              <a:rPr lang="en-US" sz="1600"/>
              <a:t>The APA style rules direct authors to start page numbering at “1” on the title page in the top right corner of the page. </a:t>
            </a:r>
          </a:p>
          <a:p>
            <a:pPr marL="560070" lvl="1">
              <a:buFont typeface="Arial" panose="020B0604020202020204" pitchFamily="34" charset="0"/>
              <a:buChar char="•"/>
            </a:pPr>
            <a:r>
              <a:rPr lang="en-US" sz="1600"/>
              <a:t>The page numbers should continue in that position to the last page of document</a:t>
            </a:r>
          </a:p>
          <a:p>
            <a:pPr lvl="1"/>
            <a:endParaRPr lang="en-US" sz="1600"/>
          </a:p>
          <a:p>
            <a:pPr lvl="1"/>
            <a:endParaRPr lang="en-US" sz="160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A75580-965C-0E20-48BB-5B207B1A92F4}"/>
              </a:ext>
            </a:extLst>
          </p:cNvPr>
          <p:cNvSpPr txBox="1">
            <a:spLocks/>
          </p:cNvSpPr>
          <p:nvPr/>
        </p:nvSpPr>
        <p:spPr>
          <a:xfrm>
            <a:off x="664029" y="2816780"/>
            <a:ext cx="10461171" cy="38141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Tx/>
              <a:buNone/>
              <a:defRPr sz="18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864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None/>
              <a:defRPr sz="1600" i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82296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/>
              <a:t>Headings and Levels</a:t>
            </a:r>
          </a:p>
          <a:p>
            <a:pPr marL="560070" lvl="1" indent="-285750">
              <a:buFont typeface="Arial" panose="020B0604020202020204" pitchFamily="34" charset="0"/>
              <a:buChar char="•"/>
            </a:pPr>
            <a:r>
              <a:rPr lang="en-US" sz="1600"/>
              <a:t>Need to follow the APA style, which is </a:t>
            </a:r>
          </a:p>
          <a:p>
            <a:pPr marL="788670" lvl="2" indent="-285750"/>
            <a:r>
              <a:rPr lang="en-US" sz="1600"/>
              <a:t>There are 5 levels of heading in APA style. Level 1 is the highest or main level of heading, Level 2 is a subheading of Level 1, Level 3 is a subheading of LEVEL 2 and so on through Levels 4 and 5.</a:t>
            </a:r>
          </a:p>
          <a:p>
            <a:pPr marL="788670" lvl="2" indent="-285750"/>
            <a:r>
              <a:rPr lang="en-US" sz="1600"/>
              <a:t>The number of headings to use in a paper depends on the length and complexity of the work.</a:t>
            </a:r>
          </a:p>
          <a:p>
            <a:pPr marL="1108710" lvl="4" indent="-285750"/>
            <a:r>
              <a:rPr lang="en-US"/>
              <a:t>If only one level of heading is needed, use Level 1</a:t>
            </a:r>
          </a:p>
          <a:p>
            <a:pPr marL="1108710" lvl="4" indent="-285750"/>
            <a:r>
              <a:rPr lang="en-US"/>
              <a:t>If two levels of heading are needed, use Levels 1 and 2.</a:t>
            </a:r>
          </a:p>
          <a:p>
            <a:pPr marL="1108710" lvl="4" indent="-285750"/>
            <a:r>
              <a:rPr lang="en-US"/>
              <a:t>If three levels of heading are needed, use Levels 1, 2 and 3 (and so on)</a:t>
            </a:r>
          </a:p>
          <a:p>
            <a:pPr marL="788670" lvl="2" indent="-285750"/>
            <a:r>
              <a:rPr lang="en-US" sz="1600"/>
              <a:t>Suggest that students use up to 3 level headings.</a:t>
            </a:r>
          </a:p>
          <a:p>
            <a:pPr marL="834390" lvl="3" indent="-285750"/>
            <a:endParaRPr lang="en-US"/>
          </a:p>
          <a:p>
            <a:pPr lvl="1"/>
            <a:endParaRPr lang="en-US" sz="1600"/>
          </a:p>
          <a:p>
            <a:pPr lvl="1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40950489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6B950-742B-391F-BEB7-E2B6C7E50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495" y="1273354"/>
            <a:ext cx="8229600" cy="794371"/>
          </a:xfrm>
        </p:spPr>
        <p:txBody>
          <a:bodyPr/>
          <a:lstStyle/>
          <a:p>
            <a:r>
              <a:rPr lang="en-US" sz="2000"/>
              <a:t>Example headings &amp; levels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60C20D-C432-853A-4362-7857BEECFEB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/>
              <a:t>‹#›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437E12-B3B3-4821-3BAB-1289A3038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5295" y="2296051"/>
            <a:ext cx="4907219" cy="29689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4581B6-2D46-8C6C-13AB-53C70B494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296050"/>
            <a:ext cx="4536281" cy="3341854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B93DF8AA-51C4-55D8-3448-94573BD2F4C8}"/>
              </a:ext>
            </a:extLst>
          </p:cNvPr>
          <p:cNvSpPr/>
          <p:nvPr/>
        </p:nvSpPr>
        <p:spPr>
          <a:xfrm>
            <a:off x="5107466" y="4001289"/>
            <a:ext cx="988535" cy="4539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C2F0B6BF-D589-DC33-ED18-A782EA080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51607"/>
            <a:ext cx="10700657" cy="893422"/>
          </a:xfrm>
        </p:spPr>
        <p:txBody>
          <a:bodyPr/>
          <a:lstStyle/>
          <a:p>
            <a:r>
              <a:rPr lang="en-US" sz="3200"/>
              <a:t>IR &amp; FYP Document Format</a:t>
            </a:r>
          </a:p>
        </p:txBody>
      </p:sp>
    </p:spTree>
    <p:extLst>
      <p:ext uri="{BB962C8B-B14F-4D97-AF65-F5344CB8AC3E}">
        <p14:creationId xmlns:p14="http://schemas.microsoft.com/office/powerpoint/2010/main" val="30522721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4747D-BD8D-6656-17AC-CAF5B619C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221" y="1266430"/>
            <a:ext cx="8229600" cy="975147"/>
          </a:xfrm>
        </p:spPr>
        <p:txBody>
          <a:bodyPr/>
          <a:lstStyle/>
          <a:p>
            <a:pPr marL="0" indent="0">
              <a:buNone/>
            </a:pPr>
            <a:r>
              <a:rPr lang="en-US" sz="2000" b="1"/>
              <a:t>Tables &amp; Figures.</a:t>
            </a:r>
          </a:p>
          <a:p>
            <a:pPr lvl="1"/>
            <a:r>
              <a:rPr lang="en-US"/>
              <a:t>Table Caption – Placed above the table.</a:t>
            </a:r>
          </a:p>
          <a:p>
            <a:pPr lvl="1"/>
            <a:r>
              <a:rPr lang="en-US"/>
              <a:t>Figure Caption – Placed below the figure..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ABA054-3250-79FB-4B22-ADA23ECFEF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/>
              <a:t>‹#›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C60952-DAA3-4B63-8134-A49C6F0E51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29028" t="14539" r="16353" b="14982"/>
          <a:stretch/>
        </p:blipFill>
        <p:spPr bwMode="auto">
          <a:xfrm>
            <a:off x="5731327" y="1405406"/>
            <a:ext cx="5716761" cy="387301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BBFA94A-8970-5B4D-62A3-5756A7A41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51607"/>
            <a:ext cx="10700657" cy="893422"/>
          </a:xfrm>
        </p:spPr>
        <p:txBody>
          <a:bodyPr/>
          <a:lstStyle/>
          <a:p>
            <a:r>
              <a:rPr lang="en-US" sz="3200"/>
              <a:t>IR &amp; FYP Document Format</a:t>
            </a:r>
          </a:p>
        </p:txBody>
      </p:sp>
    </p:spTree>
    <p:extLst>
      <p:ext uri="{BB962C8B-B14F-4D97-AF65-F5344CB8AC3E}">
        <p14:creationId xmlns:p14="http://schemas.microsoft.com/office/powerpoint/2010/main" val="14789724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4747D-BD8D-6656-17AC-CAF5B619C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392" y="1045029"/>
            <a:ext cx="5976951" cy="975147"/>
          </a:xfrm>
        </p:spPr>
        <p:txBody>
          <a:bodyPr/>
          <a:lstStyle/>
          <a:p>
            <a:pPr marL="0" indent="0">
              <a:buNone/>
            </a:pPr>
            <a:r>
              <a:rPr lang="en-US" sz="2000" b="1"/>
              <a:t>Tables &amp; Figures.</a:t>
            </a:r>
          </a:p>
          <a:p>
            <a:pPr lvl="1"/>
            <a:r>
              <a:rPr lang="en-US"/>
              <a:t>Table Caption – Placed above the table.</a:t>
            </a:r>
          </a:p>
          <a:p>
            <a:pPr lvl="1"/>
            <a:r>
              <a:rPr lang="en-US"/>
              <a:t>Figure Caption – Placed below the figure.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ABA054-3250-79FB-4B22-ADA23ECFEF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/>
              <a:t>‹#›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AB293-3D08-47CB-947B-FD5A751FC5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l="17727" t="25744" r="16796" b="7575"/>
          <a:stretch/>
        </p:blipFill>
        <p:spPr bwMode="auto">
          <a:xfrm>
            <a:off x="2269671" y="2275547"/>
            <a:ext cx="7652658" cy="409213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itle 5">
            <a:extLst>
              <a:ext uri="{FF2B5EF4-FFF2-40B4-BE49-F238E27FC236}">
                <a16:creationId xmlns:a16="http://schemas.microsoft.com/office/drawing/2014/main" id="{81BADA52-AAA8-4A0D-00F7-65836FD30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51607"/>
            <a:ext cx="10700657" cy="893422"/>
          </a:xfrm>
        </p:spPr>
        <p:txBody>
          <a:bodyPr/>
          <a:lstStyle/>
          <a:p>
            <a:r>
              <a:rPr lang="en-US" sz="3200"/>
              <a:t>IR &amp; FYP Document Format</a:t>
            </a:r>
          </a:p>
        </p:txBody>
      </p:sp>
    </p:spTree>
    <p:extLst>
      <p:ext uri="{BB962C8B-B14F-4D97-AF65-F5344CB8AC3E}">
        <p14:creationId xmlns:p14="http://schemas.microsoft.com/office/powerpoint/2010/main" val="9816233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B8681-164E-4CE7-B07D-2A01E4F02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IR &amp; FYP Document Format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B38F90-22C8-A69D-1C7B-54D9D09650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/>
              <a:t>‹#›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B7DAC1-5FC5-4082-8498-A21FB5498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121011"/>
            <a:ext cx="8229600" cy="1046921"/>
          </a:xfrm>
        </p:spPr>
        <p:txBody>
          <a:bodyPr anchor="b">
            <a:noAutofit/>
          </a:bodyPr>
          <a:lstStyle/>
          <a:p>
            <a:r>
              <a:rPr lang="en-US" sz="2800"/>
              <a:t>Cover Page</a:t>
            </a:r>
          </a:p>
          <a:p>
            <a:pPr marL="560070" lvl="1">
              <a:buFont typeface="Arial" panose="020B0604020202020204" pitchFamily="34" charset="0"/>
              <a:buChar char="•"/>
            </a:pPr>
            <a:r>
              <a:rPr lang="en-US" sz="2400"/>
              <a:t>Make sure to use the correct cover page that are provided inside the TEAMS. </a:t>
            </a:r>
          </a:p>
        </p:txBody>
      </p:sp>
    </p:spTree>
    <p:extLst>
      <p:ext uri="{BB962C8B-B14F-4D97-AF65-F5344CB8AC3E}">
        <p14:creationId xmlns:p14="http://schemas.microsoft.com/office/powerpoint/2010/main" val="29837485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09800" y="2209800"/>
            <a:ext cx="7772400" cy="1981200"/>
          </a:xfrm>
          <a:noFill/>
          <a:ln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GB" sz="2000" b="1"/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endParaRPr lang="en-GB" sz="2000" b="1"/>
          </a:p>
          <a:p>
            <a:pPr algn="ctr">
              <a:lnSpc>
                <a:spcPct val="80000"/>
              </a:lnSpc>
              <a:spcBef>
                <a:spcPts val="2400"/>
              </a:spcBef>
              <a:buNone/>
            </a:pPr>
            <a:r>
              <a:rPr lang="en-GB" sz="7200" b="1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74706457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UCTI-Template-foundation-level">
  <a:themeElements>
    <a:clrScheme name="APU-2023">
      <a:dk1>
        <a:srgbClr val="082F50"/>
      </a:dk1>
      <a:lt1>
        <a:srgbClr val="FFFFFF"/>
      </a:lt1>
      <a:dk2>
        <a:srgbClr val="0070C0"/>
      </a:dk2>
      <a:lt2>
        <a:srgbClr val="C0F9FC"/>
      </a:lt2>
      <a:accent1>
        <a:srgbClr val="00B0F0"/>
      </a:accent1>
      <a:accent2>
        <a:srgbClr val="079244"/>
      </a:accent2>
      <a:accent3>
        <a:srgbClr val="E02C32"/>
      </a:accent3>
      <a:accent4>
        <a:srgbClr val="45D7EA"/>
      </a:accent4>
      <a:accent5>
        <a:srgbClr val="FAC41B"/>
      </a:accent5>
      <a:accent6>
        <a:srgbClr val="082F50"/>
      </a:accent6>
      <a:hlink>
        <a:srgbClr val="9AB1D0"/>
      </a:hlink>
      <a:folHlink>
        <a:srgbClr val="0D3358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PU-2023">
      <a:dk1>
        <a:srgbClr val="081929"/>
      </a:dk1>
      <a:lt1>
        <a:srgbClr val="FFFFFF"/>
      </a:lt1>
      <a:dk2>
        <a:srgbClr val="0070C0"/>
      </a:dk2>
      <a:lt2>
        <a:srgbClr val="FFFFFF"/>
      </a:lt2>
      <a:accent1>
        <a:srgbClr val="00B0F0"/>
      </a:accent1>
      <a:accent2>
        <a:srgbClr val="99CC00"/>
      </a:accent2>
      <a:accent3>
        <a:srgbClr val="FF9966"/>
      </a:accent3>
      <a:accent4>
        <a:srgbClr val="45D7EA"/>
      </a:accent4>
      <a:accent5>
        <a:srgbClr val="CC66FF"/>
      </a:accent5>
      <a:accent6>
        <a:srgbClr val="FCE456"/>
      </a:accent6>
      <a:hlink>
        <a:srgbClr val="B7C6FE"/>
      </a:hlink>
      <a:folHlink>
        <a:srgbClr val="00B0F0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04227B44EDA48B5C00E1FA2FBC6A0" ma:contentTypeVersion="7" ma:contentTypeDescription="Create a new document." ma:contentTypeScope="" ma:versionID="95fd461b2684ea27093fb77599c141e1">
  <xsd:schema xmlns:xsd="http://www.w3.org/2001/XMLSchema" xmlns:xs="http://www.w3.org/2001/XMLSchema" xmlns:p="http://schemas.microsoft.com/office/2006/metadata/properties" xmlns:ns2="64219b06-34fd-4946-b7e1-14afe09159a7" targetNamespace="http://schemas.microsoft.com/office/2006/metadata/properties" ma:root="true" ma:fieldsID="17ff4b6c50f386225a05d51691de5fd2" ns2:_="">
    <xsd:import namespace="64219b06-34fd-4946-b7e1-14afe09159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219b06-34fd-4946-b7e1-14afe09159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BCA35E-0648-4A93-816E-C6C8C41F35B8}">
  <ds:schemaRefs>
    <ds:schemaRef ds:uri="64219b06-34fd-4946-b7e1-14afe09159a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ED3909F-E191-4C23-B23C-BA46B5ADDDA2}">
  <ds:schemaRefs>
    <ds:schemaRef ds:uri="64219b06-34fd-4946-b7e1-14afe09159a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374C82B-844E-4C6D-B41E-036AD4E59A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39</Slides>
  <Notes>21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UCTI-Template-foundation-level</vt:lpstr>
      <vt:lpstr>PowerPoint Presentation</vt:lpstr>
      <vt:lpstr>FYP Managers</vt:lpstr>
      <vt:lpstr>   FYP Administrative Staff</vt:lpstr>
      <vt:lpstr>Learning Outcomes</vt:lpstr>
      <vt:lpstr>Elements of Project Assessment and Modules (APU-FYP)</vt:lpstr>
      <vt:lpstr>FYP Process</vt:lpstr>
      <vt:lpstr>Project Timelines ( Semester I ) (Milestones &amp; Submissions)</vt:lpstr>
      <vt:lpstr>Project Timelines ( Semester I ) (Milestones &amp; Submissions)</vt:lpstr>
      <vt:lpstr>Project Timelines ( Semester II ) (Milestones &amp; Submissions)</vt:lpstr>
      <vt:lpstr>PPF Submission</vt:lpstr>
      <vt:lpstr>How to Choose a Project Topic?</vt:lpstr>
      <vt:lpstr>How to Choose a Project Topic?</vt:lpstr>
      <vt:lpstr>How to Choose a Project Topic?</vt:lpstr>
      <vt:lpstr>Sample FYP Title</vt:lpstr>
      <vt:lpstr>Sample FYP Title</vt:lpstr>
      <vt:lpstr>Sample FYP Title</vt:lpstr>
      <vt:lpstr>Sample FYP Title</vt:lpstr>
      <vt:lpstr>Where to Start / How to Begin?</vt:lpstr>
      <vt:lpstr>PowerPoint Presentation</vt:lpstr>
      <vt:lpstr>The Sustainable Development  Goals (SDGs)</vt:lpstr>
      <vt:lpstr>PowerPoint Presentation</vt:lpstr>
      <vt:lpstr>What is the role of Computing Technology in SDG goals?</vt:lpstr>
      <vt:lpstr>Guideline for Final Year Project Title</vt:lpstr>
      <vt:lpstr>Guideline for Final Year Project Title</vt:lpstr>
      <vt:lpstr>Guideline for Final Year Project Title</vt:lpstr>
      <vt:lpstr>FYP BRIEFING SESSION</vt:lpstr>
      <vt:lpstr>Project Proposal Submission</vt:lpstr>
      <vt:lpstr>Project Proposal Submission</vt:lpstr>
      <vt:lpstr>Supervisory Clinic</vt:lpstr>
      <vt:lpstr>Supervisory Sessions</vt:lpstr>
      <vt:lpstr>Project Meeting Log Sheet</vt:lpstr>
      <vt:lpstr>   FYP Briefing Sessions</vt:lpstr>
      <vt:lpstr>IR &amp; FYP Document Format</vt:lpstr>
      <vt:lpstr>IR &amp; FYP Document Format</vt:lpstr>
      <vt:lpstr>IR &amp; FYP Document Format</vt:lpstr>
      <vt:lpstr>IR &amp; FYP Document Format</vt:lpstr>
      <vt:lpstr>IR &amp; FYP Document Format</vt:lpstr>
      <vt:lpstr>IR &amp; FYP Document Format</vt:lpstr>
      <vt:lpstr>PowerPoint Presentation</vt:lpstr>
    </vt:vector>
  </TitlesOfParts>
  <Company>APU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Teaching Slides</dc:subject>
  <dc:creator>DBB</dc:creator>
  <cp:keywords>2023</cp:keywords>
  <cp:revision>1</cp:revision>
  <cp:lastPrinted>2023-02-03T03:07:34Z</cp:lastPrinted>
  <dcterms:created xsi:type="dcterms:W3CDTF">2005-08-02T10:18:20Z</dcterms:created>
  <dcterms:modified xsi:type="dcterms:W3CDTF">2026-01-12T06:05:25Z</dcterms:modified>
  <cp:category>Teaching Slides</cp:category>
  <cp:contentStatus>2023 Version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0x01010075804227B44EDA48B5C00E1FA2FBC6A0</vt:lpwstr>
  </property>
</Properties>
</file>