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1" r:id="rId4"/>
  </p:sldMasterIdLst>
  <p:notesMasterIdLst>
    <p:notesMasterId r:id="rId13"/>
  </p:notesMasterIdLst>
  <p:handoutMasterIdLst>
    <p:handoutMasterId r:id="rId14"/>
  </p:handoutMasterIdLst>
  <p:sldIdLst>
    <p:sldId id="322" r:id="rId5"/>
    <p:sldId id="334" r:id="rId6"/>
    <p:sldId id="337" r:id="rId7"/>
    <p:sldId id="335" r:id="rId8"/>
    <p:sldId id="336" r:id="rId9"/>
    <p:sldId id="338" r:id="rId10"/>
    <p:sldId id="340" r:id="rId11"/>
    <p:sldId id="333" r:id="rId12"/>
  </p:sldIdLst>
  <p:sldSz cx="12192000" cy="6858000"/>
  <p:notesSz cx="7315200" cy="9601200"/>
  <p:kinsoku lang="ja-JP" invalStChars="、。，．・：；？！゛゜ヽヾゝゞ々ー’”）〕］｝〉》」』】°‰′″℃￠％ぁぃぅぇぉっゃゅょゎァィゥェォッャュョヮヵヶ!%),.:;?]}｡｣､･ｧｨｩｪｫｬｭｮｯｰﾞﾟ" invalEndChars="‘“（〔［｛〈《「『【￥＄$([\{｢￡"/>
  <p:defaultTex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521415D9-36F7-43E2-AB2F-B90AF26B5E84}">
      <p14:sectionLst xmlns:p14="http://schemas.microsoft.com/office/powerpoint/2010/main">
        <p14:section name="Weekly Intro - White BG" id="{B4587B1E-BB88-4173-8339-2929187587A5}">
          <p14:sldIdLst>
            <p14:sldId id="322"/>
            <p14:sldId id="334"/>
            <p14:sldId id="337"/>
            <p14:sldId id="335"/>
            <p14:sldId id="336"/>
            <p14:sldId id="338"/>
            <p14:sldId id="340"/>
            <p14:sldId id="333"/>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00"/>
    <a:srgbClr val="0F1449"/>
    <a:srgbClr val="001B4D"/>
    <a:srgbClr val="FB6B53"/>
    <a:srgbClr val="FF6600"/>
    <a:srgbClr val="A2C1FE"/>
    <a:srgbClr val="A2FFA3"/>
    <a:srgbClr val="FFFF99"/>
    <a:srgbClr val="FFFF66"/>
    <a:srgbClr val="FCFEB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8F7FBB-EE13-4868-8B16-12A88AECEA6E}" v="186" dt="2025-12-03T06:39:39.604"/>
    <p1510:client id="{9EBCE1F3-37C7-4766-BB84-7979A550BD23}" v="26" dt="2025-12-03T06:58:32.1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79" autoAdjust="0"/>
    <p:restoredTop sz="94249" autoAdjust="0"/>
  </p:normalViewPr>
  <p:slideViewPr>
    <p:cSldViewPr snapToGrid="0">
      <p:cViewPr varScale="1">
        <p:scale>
          <a:sx n="59" d="100"/>
          <a:sy n="59" d="100"/>
        </p:scale>
        <p:origin x="952" y="52"/>
      </p:cViewPr>
      <p:guideLst/>
    </p:cSldViewPr>
  </p:slideViewPr>
  <p:outlineViewPr>
    <p:cViewPr>
      <p:scale>
        <a:sx n="33" d="100"/>
        <a:sy n="33" d="100"/>
      </p:scale>
      <p:origin x="0" y="-4056"/>
    </p:cViewPr>
  </p:outlineViewPr>
  <p:notesTextViewPr>
    <p:cViewPr>
      <p:scale>
        <a:sx n="1" d="1"/>
        <a:sy n="1" d="1"/>
      </p:scale>
      <p:origin x="0" y="0"/>
    </p:cViewPr>
  </p:notesTextViewPr>
  <p:sorterViewPr>
    <p:cViewPr varScale="1">
      <p:scale>
        <a:sx n="1" d="1"/>
        <a:sy n="1" d="1"/>
      </p:scale>
      <p:origin x="0" y="-108"/>
    </p:cViewPr>
  </p:sorterViewPr>
  <p:notesViewPr>
    <p:cSldViewPr snapToGrid="0">
      <p:cViewPr varScale="1">
        <p:scale>
          <a:sx n="52" d="100"/>
          <a:sy n="52" d="100"/>
        </p:scale>
        <p:origin x="3006"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ur Amira Abdul Majid" userId="415c50ea-8302-49a5-b3c9-07ac73726f6f" providerId="ADAL" clId="{9EBCE1F3-37C7-4766-BB84-7979A550BD23}"/>
    <pc:docChg chg="addSld delSld modSld modSection">
      <pc:chgData name="Nur Amira Abdul Majid" userId="415c50ea-8302-49a5-b3c9-07ac73726f6f" providerId="ADAL" clId="{9EBCE1F3-37C7-4766-BB84-7979A550BD23}" dt="2025-12-03T06:58:32.148" v="58" actId="1076"/>
      <pc:docMkLst>
        <pc:docMk/>
      </pc:docMkLst>
      <pc:sldChg chg="modSp add">
        <pc:chgData name="Nur Amira Abdul Majid" userId="415c50ea-8302-49a5-b3c9-07ac73726f6f" providerId="ADAL" clId="{9EBCE1F3-37C7-4766-BB84-7979A550BD23}" dt="2025-12-03T06:57:07.148" v="42" actId="14100"/>
        <pc:sldMkLst>
          <pc:docMk/>
          <pc:sldMk cId="1204929596" sldId="334"/>
        </pc:sldMkLst>
        <pc:spChg chg="mod">
          <ac:chgData name="Nur Amira Abdul Majid" userId="415c50ea-8302-49a5-b3c9-07ac73726f6f" providerId="ADAL" clId="{9EBCE1F3-37C7-4766-BB84-7979A550BD23}" dt="2025-12-03T06:57:07.148" v="42" actId="14100"/>
          <ac:spMkLst>
            <pc:docMk/>
            <pc:sldMk cId="1204929596" sldId="334"/>
            <ac:spMk id="3" creationId="{804844A3-3D96-BBEA-B0A1-7A4E661A0BCE}"/>
          </ac:spMkLst>
        </pc:spChg>
        <pc:spChg chg="mod">
          <ac:chgData name="Nur Amira Abdul Majid" userId="415c50ea-8302-49a5-b3c9-07ac73726f6f" providerId="ADAL" clId="{9EBCE1F3-37C7-4766-BB84-7979A550BD23}" dt="2025-12-03T06:52:36.346" v="1"/>
          <ac:spMkLst>
            <pc:docMk/>
            <pc:sldMk cId="1204929596" sldId="334"/>
            <ac:spMk id="4" creationId="{CA893919-0219-DDA1-B546-1EDC27683F3C}"/>
          </ac:spMkLst>
        </pc:spChg>
      </pc:sldChg>
      <pc:sldChg chg="modSp add mod">
        <pc:chgData name="Nur Amira Abdul Majid" userId="415c50ea-8302-49a5-b3c9-07ac73726f6f" providerId="ADAL" clId="{9EBCE1F3-37C7-4766-BB84-7979A550BD23}" dt="2025-12-03T06:58:32.148" v="58" actId="1076"/>
        <pc:sldMkLst>
          <pc:docMk/>
          <pc:sldMk cId="2182492992" sldId="335"/>
        </pc:sldMkLst>
        <pc:spChg chg="mod">
          <ac:chgData name="Nur Amira Abdul Majid" userId="415c50ea-8302-49a5-b3c9-07ac73726f6f" providerId="ADAL" clId="{9EBCE1F3-37C7-4766-BB84-7979A550BD23}" dt="2025-12-03T06:58:32.148" v="58" actId="1076"/>
          <ac:spMkLst>
            <pc:docMk/>
            <pc:sldMk cId="2182492992" sldId="335"/>
            <ac:spMk id="3" creationId="{1F5DCBA2-14DD-D101-CE1C-5A78ACC3F578}"/>
          </ac:spMkLst>
        </pc:spChg>
        <pc:spChg chg="mod">
          <ac:chgData name="Nur Amira Abdul Majid" userId="415c50ea-8302-49a5-b3c9-07ac73726f6f" providerId="ADAL" clId="{9EBCE1F3-37C7-4766-BB84-7979A550BD23}" dt="2025-12-03T06:52:36.346" v="1"/>
          <ac:spMkLst>
            <pc:docMk/>
            <pc:sldMk cId="2182492992" sldId="335"/>
            <ac:spMk id="4" creationId="{8D65F610-BAE2-D748-8675-59DD63E06926}"/>
          </ac:spMkLst>
        </pc:spChg>
      </pc:sldChg>
      <pc:sldChg chg="modSp add mod modShow">
        <pc:chgData name="Nur Amira Abdul Majid" userId="415c50ea-8302-49a5-b3c9-07ac73726f6f" providerId="ADAL" clId="{9EBCE1F3-37C7-4766-BB84-7979A550BD23}" dt="2025-12-03T06:54:49.805" v="25" actId="729"/>
        <pc:sldMkLst>
          <pc:docMk/>
          <pc:sldMk cId="1861972906" sldId="336"/>
        </pc:sldMkLst>
        <pc:spChg chg="mod">
          <ac:chgData name="Nur Amira Abdul Majid" userId="415c50ea-8302-49a5-b3c9-07ac73726f6f" providerId="ADAL" clId="{9EBCE1F3-37C7-4766-BB84-7979A550BD23}" dt="2025-12-03T06:52:36.346" v="1"/>
          <ac:spMkLst>
            <pc:docMk/>
            <pc:sldMk cId="1861972906" sldId="336"/>
            <ac:spMk id="4" creationId="{0B21D028-1D53-9AF6-C080-5D5971D63E1E}"/>
          </ac:spMkLst>
        </pc:spChg>
      </pc:sldChg>
      <pc:sldChg chg="modSp add">
        <pc:chgData name="Nur Amira Abdul Majid" userId="415c50ea-8302-49a5-b3c9-07ac73726f6f" providerId="ADAL" clId="{9EBCE1F3-37C7-4766-BB84-7979A550BD23}" dt="2025-12-03T06:52:36.346" v="1"/>
        <pc:sldMkLst>
          <pc:docMk/>
          <pc:sldMk cId="475482740" sldId="337"/>
        </pc:sldMkLst>
        <pc:spChg chg="mod">
          <ac:chgData name="Nur Amira Abdul Majid" userId="415c50ea-8302-49a5-b3c9-07ac73726f6f" providerId="ADAL" clId="{9EBCE1F3-37C7-4766-BB84-7979A550BD23}" dt="2025-12-03T06:52:36.346" v="1"/>
          <ac:spMkLst>
            <pc:docMk/>
            <pc:sldMk cId="475482740" sldId="337"/>
            <ac:spMk id="4" creationId="{CA893919-0219-DDA1-B546-1EDC27683F3C}"/>
          </ac:spMkLst>
        </pc:spChg>
      </pc:sldChg>
      <pc:sldChg chg="modSp add">
        <pc:chgData name="Nur Amira Abdul Majid" userId="415c50ea-8302-49a5-b3c9-07ac73726f6f" providerId="ADAL" clId="{9EBCE1F3-37C7-4766-BB84-7979A550BD23}" dt="2025-12-03T06:55:09.714" v="31" actId="1076"/>
        <pc:sldMkLst>
          <pc:docMk/>
          <pc:sldMk cId="3987733117" sldId="338"/>
        </pc:sldMkLst>
        <pc:spChg chg="mod">
          <ac:chgData name="Nur Amira Abdul Majid" userId="415c50ea-8302-49a5-b3c9-07ac73726f6f" providerId="ADAL" clId="{9EBCE1F3-37C7-4766-BB84-7979A550BD23}" dt="2025-12-03T06:55:01.465" v="28" actId="14100"/>
          <ac:spMkLst>
            <pc:docMk/>
            <pc:sldMk cId="3987733117" sldId="338"/>
            <ac:spMk id="2" creationId="{2966A8B9-2867-4322-A426-65A5152C2D0B}"/>
          </ac:spMkLst>
        </pc:spChg>
        <pc:spChg chg="mod">
          <ac:chgData name="Nur Amira Abdul Majid" userId="415c50ea-8302-49a5-b3c9-07ac73726f6f" providerId="ADAL" clId="{9EBCE1F3-37C7-4766-BB84-7979A550BD23}" dt="2025-12-03T06:55:09.714" v="31" actId="1076"/>
          <ac:spMkLst>
            <pc:docMk/>
            <pc:sldMk cId="3987733117" sldId="338"/>
            <ac:spMk id="3" creationId="{36ACD847-DF35-4C5C-9FA2-F80220EF6054}"/>
          </ac:spMkLst>
        </pc:spChg>
        <pc:spChg chg="mod">
          <ac:chgData name="Nur Amira Abdul Majid" userId="415c50ea-8302-49a5-b3c9-07ac73726f6f" providerId="ADAL" clId="{9EBCE1F3-37C7-4766-BB84-7979A550BD23}" dt="2025-12-03T06:52:36.346" v="1"/>
          <ac:spMkLst>
            <pc:docMk/>
            <pc:sldMk cId="3987733117" sldId="338"/>
            <ac:spMk id="4" creationId="{D914DCF5-2185-4A95-9CD0-6A76F389EB02}"/>
          </ac:spMkLst>
        </pc:spChg>
      </pc:sldChg>
      <pc:sldChg chg="modSp add del mod">
        <pc:chgData name="Nur Amira Abdul Majid" userId="415c50ea-8302-49a5-b3c9-07ac73726f6f" providerId="ADAL" clId="{9EBCE1F3-37C7-4766-BB84-7979A550BD23}" dt="2025-12-03T06:58:11.836" v="55" actId="47"/>
        <pc:sldMkLst>
          <pc:docMk/>
          <pc:sldMk cId="3999733143" sldId="339"/>
        </pc:sldMkLst>
        <pc:spChg chg="mod">
          <ac:chgData name="Nur Amira Abdul Majid" userId="415c50ea-8302-49a5-b3c9-07ac73726f6f" providerId="ADAL" clId="{9EBCE1F3-37C7-4766-BB84-7979A550BD23}" dt="2025-12-03T06:57:32.886" v="44" actId="255"/>
          <ac:spMkLst>
            <pc:docMk/>
            <pc:sldMk cId="3999733143" sldId="339"/>
            <ac:spMk id="3" creationId="{1F5DCBA2-14DD-D101-CE1C-5A78ACC3F578}"/>
          </ac:spMkLst>
        </pc:spChg>
        <pc:spChg chg="mod">
          <ac:chgData name="Nur Amira Abdul Majid" userId="415c50ea-8302-49a5-b3c9-07ac73726f6f" providerId="ADAL" clId="{9EBCE1F3-37C7-4766-BB84-7979A550BD23}" dt="2025-12-03T06:52:36.346" v="1"/>
          <ac:spMkLst>
            <pc:docMk/>
            <pc:sldMk cId="3999733143" sldId="339"/>
            <ac:spMk id="4" creationId="{8D65F610-BAE2-D748-8675-59DD63E06926}"/>
          </ac:spMkLst>
        </pc:spChg>
      </pc:sldChg>
      <pc:sldChg chg="modSp add mod">
        <pc:chgData name="Nur Amira Abdul Majid" userId="415c50ea-8302-49a5-b3c9-07ac73726f6f" providerId="ADAL" clId="{9EBCE1F3-37C7-4766-BB84-7979A550BD23}" dt="2025-12-03T06:55:28.706" v="38" actId="14100"/>
        <pc:sldMkLst>
          <pc:docMk/>
          <pc:sldMk cId="2866017930" sldId="340"/>
        </pc:sldMkLst>
        <pc:spChg chg="mod">
          <ac:chgData name="Nur Amira Abdul Majid" userId="415c50ea-8302-49a5-b3c9-07ac73726f6f" providerId="ADAL" clId="{9EBCE1F3-37C7-4766-BB84-7979A550BD23}" dt="2025-12-03T06:55:19.138" v="34" actId="14100"/>
          <ac:spMkLst>
            <pc:docMk/>
            <pc:sldMk cId="2866017930" sldId="340"/>
            <ac:spMk id="2" creationId="{17C3647F-541A-E92E-B7CE-78228578073B}"/>
          </ac:spMkLst>
        </pc:spChg>
        <pc:spChg chg="mod">
          <ac:chgData name="Nur Amira Abdul Majid" userId="415c50ea-8302-49a5-b3c9-07ac73726f6f" providerId="ADAL" clId="{9EBCE1F3-37C7-4766-BB84-7979A550BD23}" dt="2025-12-03T06:55:28.706" v="38" actId="14100"/>
          <ac:spMkLst>
            <pc:docMk/>
            <pc:sldMk cId="2866017930" sldId="340"/>
            <ac:spMk id="3" creationId="{24857CCD-4863-6493-5E9C-2A78D9325AAC}"/>
          </ac:spMkLst>
        </pc:spChg>
        <pc:spChg chg="mod">
          <ac:chgData name="Nur Amira Abdul Majid" userId="415c50ea-8302-49a5-b3c9-07ac73726f6f" providerId="ADAL" clId="{9EBCE1F3-37C7-4766-BB84-7979A550BD23}" dt="2025-12-03T06:52:36.346" v="1"/>
          <ac:spMkLst>
            <pc:docMk/>
            <pc:sldMk cId="2866017930" sldId="340"/>
            <ac:spMk id="4" creationId="{A66BDFDC-3CF2-0051-8D02-C98C18E8AB6C}"/>
          </ac:spMkLst>
        </pc:spChg>
      </pc:sldChg>
      <pc:sldChg chg="del">
        <pc:chgData name="Nur Amira Abdul Majid" userId="415c50ea-8302-49a5-b3c9-07ac73726f6f" providerId="ADAL" clId="{9EBCE1F3-37C7-4766-BB84-7979A550BD23}" dt="2025-12-03T06:52:33.826" v="0" actId="47"/>
        <pc:sldMkLst>
          <pc:docMk/>
          <pc:sldMk cId="1639399496" sldId="399"/>
        </pc:sldMkLst>
      </pc:sldChg>
      <pc:sldChg chg="del">
        <pc:chgData name="Nur Amira Abdul Majid" userId="415c50ea-8302-49a5-b3c9-07ac73726f6f" providerId="ADAL" clId="{9EBCE1F3-37C7-4766-BB84-7979A550BD23}" dt="2025-12-03T06:52:33.826" v="0" actId="47"/>
        <pc:sldMkLst>
          <pc:docMk/>
          <pc:sldMk cId="1509423020" sldId="400"/>
        </pc:sldMkLst>
      </pc:sldChg>
      <pc:sldChg chg="del">
        <pc:chgData name="Nur Amira Abdul Majid" userId="415c50ea-8302-49a5-b3c9-07ac73726f6f" providerId="ADAL" clId="{9EBCE1F3-37C7-4766-BB84-7979A550BD23}" dt="2025-12-03T06:52:33.826" v="0" actId="47"/>
        <pc:sldMkLst>
          <pc:docMk/>
          <pc:sldMk cId="2287867057" sldId="401"/>
        </pc:sldMkLst>
      </pc:sldChg>
      <pc:sldChg chg="del">
        <pc:chgData name="Nur Amira Abdul Majid" userId="415c50ea-8302-49a5-b3c9-07ac73726f6f" providerId="ADAL" clId="{9EBCE1F3-37C7-4766-BB84-7979A550BD23}" dt="2025-12-03T06:52:33.826" v="0" actId="47"/>
        <pc:sldMkLst>
          <pc:docMk/>
          <pc:sldMk cId="1330425690" sldId="402"/>
        </pc:sldMkLst>
      </pc:sldChg>
      <pc:sldChg chg="del">
        <pc:chgData name="Nur Amira Abdul Majid" userId="415c50ea-8302-49a5-b3c9-07ac73726f6f" providerId="ADAL" clId="{9EBCE1F3-37C7-4766-BB84-7979A550BD23}" dt="2025-12-03T06:52:33.826" v="0" actId="47"/>
        <pc:sldMkLst>
          <pc:docMk/>
          <pc:sldMk cId="3523431776" sldId="403"/>
        </pc:sldMkLst>
      </pc:sldChg>
      <pc:sldChg chg="del">
        <pc:chgData name="Nur Amira Abdul Majid" userId="415c50ea-8302-49a5-b3c9-07ac73726f6f" providerId="ADAL" clId="{9EBCE1F3-37C7-4766-BB84-7979A550BD23}" dt="2025-12-03T06:52:33.826" v="0" actId="47"/>
        <pc:sldMkLst>
          <pc:docMk/>
          <pc:sldMk cId="1886871541" sldId="404"/>
        </pc:sldMkLst>
      </pc:sldChg>
      <pc:sldChg chg="del">
        <pc:chgData name="Nur Amira Abdul Majid" userId="415c50ea-8302-49a5-b3c9-07ac73726f6f" providerId="ADAL" clId="{9EBCE1F3-37C7-4766-BB84-7979A550BD23}" dt="2025-12-03T06:52:33.826" v="0" actId="47"/>
        <pc:sldMkLst>
          <pc:docMk/>
          <pc:sldMk cId="744072570" sldId="405"/>
        </pc:sldMkLst>
      </pc:sldChg>
      <pc:sldChg chg="del">
        <pc:chgData name="Nur Amira Abdul Majid" userId="415c50ea-8302-49a5-b3c9-07ac73726f6f" providerId="ADAL" clId="{9EBCE1F3-37C7-4766-BB84-7979A550BD23}" dt="2025-12-03T06:52:33.826" v="0" actId="47"/>
        <pc:sldMkLst>
          <pc:docMk/>
          <pc:sldMk cId="1100554138" sldId="406"/>
        </pc:sldMkLst>
      </pc:sldChg>
      <pc:sldChg chg="del">
        <pc:chgData name="Nur Amira Abdul Majid" userId="415c50ea-8302-49a5-b3c9-07ac73726f6f" providerId="ADAL" clId="{9EBCE1F3-37C7-4766-BB84-7979A550BD23}" dt="2025-12-03T06:52:33.826" v="0" actId="47"/>
        <pc:sldMkLst>
          <pc:docMk/>
          <pc:sldMk cId="280290210" sldId="407"/>
        </pc:sldMkLst>
      </pc:sldChg>
      <pc:sldChg chg="del">
        <pc:chgData name="Nur Amira Abdul Majid" userId="415c50ea-8302-49a5-b3c9-07ac73726f6f" providerId="ADAL" clId="{9EBCE1F3-37C7-4766-BB84-7979A550BD23}" dt="2025-12-03T06:52:33.826" v="0" actId="47"/>
        <pc:sldMkLst>
          <pc:docMk/>
          <pc:sldMk cId="3606363836" sldId="408"/>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4DAC38E3-5144-412F-83AC-38A5B9DE52C7}"/>
              </a:ext>
            </a:extLst>
          </p:cNvPr>
          <p:cNvSpPr>
            <a:spLocks noChangeArrowheads="1"/>
          </p:cNvSpPr>
          <p:nvPr/>
        </p:nvSpPr>
        <p:spPr bwMode="auto">
          <a:xfrm>
            <a:off x="67734" y="103053"/>
            <a:ext cx="7247466"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GB" altLang="en-US" sz="1400">
                <a:latin typeface="Calibri" panose="020F0502020204030204" pitchFamily="34" charset="0"/>
                <a:cs typeface="Calibri" panose="020F0502020204030204" pitchFamily="34" charset="0"/>
              </a:rPr>
              <a:t>Asia Pacific University of Technology and Innovation</a:t>
            </a:r>
          </a:p>
        </p:txBody>
      </p:sp>
      <p:sp>
        <p:nvSpPr>
          <p:cNvPr id="3075" name="Rectangle 3">
            <a:extLst>
              <a:ext uri="{FF2B5EF4-FFF2-40B4-BE49-F238E27FC236}">
                <a16:creationId xmlns:a16="http://schemas.microsoft.com/office/drawing/2014/main" id="{608D27AB-67B4-4693-A97B-2BDB09DB8D75}"/>
              </a:ext>
            </a:extLst>
          </p:cNvPr>
          <p:cNvSpPr>
            <a:spLocks noChangeArrowheads="1"/>
          </p:cNvSpPr>
          <p:nvPr/>
        </p:nvSpPr>
        <p:spPr bwMode="auto">
          <a:xfrm>
            <a:off x="6853127" y="9192936"/>
            <a:ext cx="394340" cy="305212"/>
          </a:xfrm>
          <a:prstGeom prst="rect">
            <a:avLst/>
          </a:prstGeom>
          <a:noFill/>
          <a:ln w="12700">
            <a:noFill/>
            <a:miter lim="800000"/>
            <a:headEnd/>
            <a:tailEnd/>
          </a:ln>
          <a:effectLst/>
        </p:spPr>
        <p:txBody>
          <a:bodyPr wrap="none" lIns="90488" tIns="44450" rIns="90488" bIns="44450"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defRPr/>
            </a:pPr>
            <a:fld id="{A20BED86-76BB-4410-9008-061BF87713AB}" type="slidenum">
              <a:rPr lang="en-GB" altLang="en-US" sz="1400" smtClean="0">
                <a:latin typeface="Calibri" panose="020F0502020204030204" pitchFamily="34" charset="0"/>
                <a:cs typeface="Calibri" panose="020F0502020204030204" pitchFamily="34" charset="0"/>
              </a:rPr>
              <a:pPr algn="r">
                <a:defRPr/>
              </a:pPr>
              <a:t>‹#›</a:t>
            </a:fld>
            <a:endParaRPr lang="en-GB" altLang="en-US" sz="140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6" name="Rectangle 4">
            <a:extLst>
              <a:ext uri="{FF2B5EF4-FFF2-40B4-BE49-F238E27FC236}">
                <a16:creationId xmlns:a16="http://schemas.microsoft.com/office/drawing/2014/main" id="{71953E81-BBEF-44F9-89AF-8D785172E06E}"/>
              </a:ext>
            </a:extLst>
          </p:cNvPr>
          <p:cNvSpPr>
            <a:spLocks noChangeArrowheads="1"/>
          </p:cNvSpPr>
          <p:nvPr/>
        </p:nvSpPr>
        <p:spPr bwMode="auto">
          <a:xfrm>
            <a:off x="67734" y="103053"/>
            <a:ext cx="7247466"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GB" altLang="en-US" sz="1400">
                <a:latin typeface="Calibri" panose="020F0502020204030204" pitchFamily="34" charset="0"/>
                <a:cs typeface="Calibri" panose="020F0502020204030204" pitchFamily="34" charset="0"/>
              </a:rPr>
              <a:t>Asia Pacific University of Technology and Innovation</a:t>
            </a:r>
          </a:p>
        </p:txBody>
      </p:sp>
      <p:sp>
        <p:nvSpPr>
          <p:cNvPr id="9" name="Slide Image Placeholder 8">
            <a:extLst>
              <a:ext uri="{FF2B5EF4-FFF2-40B4-BE49-F238E27FC236}">
                <a16:creationId xmlns:a16="http://schemas.microsoft.com/office/drawing/2014/main" id="{7839FB2E-0CEB-4E99-ABDC-42A6B27BD2DE}"/>
              </a:ext>
            </a:extLst>
          </p:cNvPr>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1440" tIns="45720" rIns="91440" bIns="45720" rtlCol="0" anchor="ctr"/>
          <a:lstStyle/>
          <a:p>
            <a:endParaRPr lang="en-US"/>
          </a:p>
        </p:txBody>
      </p:sp>
      <p:sp>
        <p:nvSpPr>
          <p:cNvPr id="10" name="Notes Placeholder 9">
            <a:extLst>
              <a:ext uri="{FF2B5EF4-FFF2-40B4-BE49-F238E27FC236}">
                <a16:creationId xmlns:a16="http://schemas.microsoft.com/office/drawing/2014/main" id="{4B6ACB56-54E0-4171-9443-B2E55073FB8A}"/>
              </a:ext>
            </a:extLst>
          </p:cNvPr>
          <p:cNvSpPr>
            <a:spLocks noGrp="1"/>
          </p:cNvSpPr>
          <p:nvPr>
            <p:ph type="body" sz="quarter" idx="3"/>
          </p:nvPr>
        </p:nvSpPr>
        <p:spPr>
          <a:xfrm>
            <a:off x="731520" y="4620549"/>
            <a:ext cx="5852160" cy="378030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Placeholder 10">
            <a:extLst>
              <a:ext uri="{FF2B5EF4-FFF2-40B4-BE49-F238E27FC236}">
                <a16:creationId xmlns:a16="http://schemas.microsoft.com/office/drawing/2014/main" id="{C1DBCDF8-B37C-47C2-B6B1-4B2635759598}"/>
              </a:ext>
            </a:extLst>
          </p:cNvPr>
          <p:cNvSpPr>
            <a:spLocks noGrp="1"/>
          </p:cNvSpPr>
          <p:nvPr>
            <p:ph type="sldNum" sz="quarter" idx="5"/>
          </p:nvPr>
        </p:nvSpPr>
        <p:spPr>
          <a:xfrm>
            <a:off x="4143588" y="9119503"/>
            <a:ext cx="3169920" cy="481697"/>
          </a:xfrm>
          <a:prstGeom prst="rect">
            <a:avLst/>
          </a:prstGeom>
        </p:spPr>
        <p:txBody>
          <a:bodyPr vert="horz" lIns="91440" tIns="45720" rIns="91440" bIns="45720" rtlCol="0" anchor="b"/>
          <a:lstStyle>
            <a:lvl1pPr algn="r">
              <a:defRPr sz="1200"/>
            </a:lvl1pPr>
          </a:lstStyle>
          <a:p>
            <a:fld id="{6630D94D-E1CF-4942-9670-7567F4F44871}" type="slidenum">
              <a:rPr lang="en-US" smtClean="0"/>
              <a:t>‹#›</a:t>
            </a:fld>
            <a:endParaRPr 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itchFamily="34" charset="0"/>
        <a:ea typeface="+mn-ea"/>
        <a:cs typeface="Calibri" pitchFamily="34" charset="0"/>
      </a:defRPr>
    </a:lvl1pPr>
    <a:lvl2pPr marL="457200" algn="l" rtl="0" eaLnBrk="0" fontAlgn="base" hangingPunct="0">
      <a:spcBef>
        <a:spcPct val="30000"/>
      </a:spcBef>
      <a:spcAft>
        <a:spcPct val="0"/>
      </a:spcAft>
      <a:defRPr sz="1200" kern="1200">
        <a:solidFill>
          <a:schemeClr val="tx1"/>
        </a:solidFill>
        <a:latin typeface="Calibri" pitchFamily="34" charset="0"/>
        <a:ea typeface="+mn-ea"/>
        <a:cs typeface="Calibri" pitchFamily="34" charset="0"/>
      </a:defRPr>
    </a:lvl2pPr>
    <a:lvl3pPr marL="914400" algn="l" rtl="0" eaLnBrk="0" fontAlgn="base" hangingPunct="0">
      <a:spcBef>
        <a:spcPct val="30000"/>
      </a:spcBef>
      <a:spcAft>
        <a:spcPct val="0"/>
      </a:spcAft>
      <a:defRPr sz="1200" kern="1200">
        <a:solidFill>
          <a:schemeClr val="tx1"/>
        </a:solidFill>
        <a:latin typeface="Calibri" pitchFamily="34" charset="0"/>
        <a:ea typeface="+mn-ea"/>
        <a:cs typeface="Calibri" pitchFamily="34" charset="0"/>
      </a:defRPr>
    </a:lvl3pPr>
    <a:lvl4pPr marL="1371600" algn="l" rtl="0" eaLnBrk="0" fontAlgn="base" hangingPunct="0">
      <a:spcBef>
        <a:spcPct val="30000"/>
      </a:spcBef>
      <a:spcAft>
        <a:spcPct val="0"/>
      </a:spcAft>
      <a:defRPr sz="1200" kern="1200">
        <a:solidFill>
          <a:schemeClr val="tx1"/>
        </a:solidFill>
        <a:latin typeface="Calibri" pitchFamily="34" charset="0"/>
        <a:ea typeface="+mn-ea"/>
        <a:cs typeface="Calibri" pitchFamily="34" charset="0"/>
      </a:defRPr>
    </a:lvl4pPr>
    <a:lvl5pPr marL="1828800" algn="l" rtl="0" eaLnBrk="0" fontAlgn="base" hangingPunct="0">
      <a:spcBef>
        <a:spcPct val="30000"/>
      </a:spcBef>
      <a:spcAft>
        <a:spcPct val="0"/>
      </a:spcAft>
      <a:defRPr sz="1200" kern="1200">
        <a:solidFill>
          <a:schemeClr val="tx1"/>
        </a:solidFill>
        <a:latin typeface="Calibri" pitchFamily="34" charset="0"/>
        <a:ea typeface="+mn-ea"/>
        <a:cs typeface="Calibri"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4273" name="Rectangle 1"/>
          <p:cNvSpPr>
            <a:spLocks noGrp="1" noRot="1" noChangeAspect="1" noChangeArrowheads="1" noTextEdit="1"/>
          </p:cNvSpPr>
          <p:nvPr>
            <p:ph type="sldImg"/>
          </p:nvPr>
        </p:nvSpPr>
        <p:spPr bwMode="auto">
          <a:xfrm>
            <a:off x="0" y="328613"/>
            <a:ext cx="1588" cy="1587"/>
          </a:xfrm>
          <a:prstGeom prst="rect">
            <a:avLst/>
          </a:prstGeom>
          <a:solidFill>
            <a:srgbClr val="FFFFFF"/>
          </a:solidFill>
          <a:ln>
            <a:solidFill>
              <a:srgbClr val="000000"/>
            </a:solidFill>
            <a:miter lim="800000"/>
            <a:headEnd/>
            <a:tailEnd/>
          </a:ln>
        </p:spPr>
      </p:sp>
      <p:sp>
        <p:nvSpPr>
          <p:cNvPr id="54274" name="Rectangle 2"/>
          <p:cNvSpPr txBox="1">
            <a:spLocks noGrp="1" noChangeArrowheads="1"/>
          </p:cNvSpPr>
          <p:nvPr>
            <p:ph type="body" idx="1"/>
          </p:nvPr>
        </p:nvSpPr>
        <p:spPr bwMode="auto">
          <a:xfrm>
            <a:off x="499512" y="4691852"/>
            <a:ext cx="5812907" cy="4414032"/>
          </a:xfrm>
          <a:prstGeom prst="rect">
            <a:avLst/>
          </a:prstGeom>
          <a:noFill/>
          <a:ln>
            <a:miter lim="800000"/>
            <a:headEnd/>
            <a:tailEnd/>
          </a:ln>
        </p:spPr>
        <p:txBody>
          <a:bodyPr wrap="none" anchor="ctr"/>
          <a:lstStyle/>
          <a:p>
            <a:endParaRPr lang="en-US"/>
          </a:p>
        </p:txBody>
      </p:sp>
    </p:spTree>
    <p:extLst>
      <p:ext uri="{BB962C8B-B14F-4D97-AF65-F5344CB8AC3E}">
        <p14:creationId xmlns:p14="http://schemas.microsoft.com/office/powerpoint/2010/main" val="348889601"/>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6E87F31-FA75-006F-00CD-B701AA25BEB8}"/>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rcRect r="5567" b="5568"/>
          <a:stretch/>
        </p:blipFill>
        <p:spPr>
          <a:xfrm flipH="1" flipV="1">
            <a:off x="-2" y="1"/>
            <a:ext cx="12191999" cy="6858000"/>
          </a:xfrm>
          <a:prstGeom prst="rect">
            <a:avLst/>
          </a:prstGeom>
        </p:spPr>
      </p:pic>
      <p:sp>
        <p:nvSpPr>
          <p:cNvPr id="87042" name="Rectangle 2"/>
          <p:cNvSpPr>
            <a:spLocks noGrp="1" noChangeArrowheads="1"/>
          </p:cNvSpPr>
          <p:nvPr>
            <p:ph type="ctrTitle"/>
          </p:nvPr>
        </p:nvSpPr>
        <p:spPr>
          <a:xfrm>
            <a:off x="2896608" y="2200276"/>
            <a:ext cx="9006416" cy="1470025"/>
          </a:xfrm>
        </p:spPr>
        <p:txBody>
          <a:bodyPr/>
          <a:lstStyle>
            <a:lvl1pPr algn="r">
              <a:defRPr>
                <a:solidFill>
                  <a:schemeClr val="accent5"/>
                </a:solidFill>
                <a:latin typeface="Montserrat" panose="00000500000000000000" pitchFamily="2" charset="0"/>
              </a:defRPr>
            </a:lvl1pPr>
          </a:lstStyle>
          <a:p>
            <a:r>
              <a:rPr lang="en-GB" dirty="0"/>
              <a:t>Click to edit Master title style</a:t>
            </a:r>
          </a:p>
        </p:txBody>
      </p:sp>
      <p:sp>
        <p:nvSpPr>
          <p:cNvPr id="87043" name="Rectangle 3"/>
          <p:cNvSpPr>
            <a:spLocks noGrp="1" noChangeArrowheads="1"/>
          </p:cNvSpPr>
          <p:nvPr>
            <p:ph type="subTitle" idx="1"/>
          </p:nvPr>
        </p:nvSpPr>
        <p:spPr>
          <a:xfrm>
            <a:off x="4970206" y="3879851"/>
            <a:ext cx="6913767" cy="1752600"/>
          </a:xfrm>
        </p:spPr>
        <p:txBody>
          <a:bodyPr/>
          <a:lstStyle>
            <a:lvl1pPr marL="0" indent="0" algn="r">
              <a:buFontTx/>
              <a:buNone/>
              <a:defRPr b="0">
                <a:solidFill>
                  <a:schemeClr val="bg1"/>
                </a:solidFill>
                <a:latin typeface="+mj-lt"/>
              </a:defRPr>
            </a:lvl1pPr>
          </a:lstStyle>
          <a:p>
            <a:r>
              <a:rPr lang="en-GB" dirty="0"/>
              <a:t>Click to edit Master subtitle style</a:t>
            </a:r>
          </a:p>
        </p:txBody>
      </p:sp>
      <p:pic>
        <p:nvPicPr>
          <p:cNvPr id="7" name="Picture 6" descr="Logo, company name&#10;&#10;Description automatically generated">
            <a:extLst>
              <a:ext uri="{FF2B5EF4-FFF2-40B4-BE49-F238E27FC236}">
                <a16:creationId xmlns:a16="http://schemas.microsoft.com/office/drawing/2014/main" id="{A01C7C8E-F6F3-0FA5-D100-E4D22106013A}"/>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648326" y="229077"/>
            <a:ext cx="1254698" cy="1260000"/>
          </a:xfrm>
          <a:prstGeom prst="rect">
            <a:avLst/>
          </a:prstGeom>
        </p:spPr>
      </p:pic>
    </p:spTree>
    <p:extLst>
      <p:ext uri="{BB962C8B-B14F-4D97-AF65-F5344CB8AC3E}">
        <p14:creationId xmlns:p14="http://schemas.microsoft.com/office/powerpoint/2010/main" val="28910971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2_Section Header">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5900D48-6E21-4217-3CC3-BFF1E0D91861}"/>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rcRect r="5567" b="5568"/>
          <a:stretch/>
        </p:blipFill>
        <p:spPr>
          <a:xfrm flipH="1" flipV="1">
            <a:off x="-2" y="1"/>
            <a:ext cx="12191999" cy="6858000"/>
          </a:xfrm>
          <a:prstGeom prst="rect">
            <a:avLst/>
          </a:prstGeom>
        </p:spPr>
      </p:pic>
      <p:sp>
        <p:nvSpPr>
          <p:cNvPr id="2" name="Title 1"/>
          <p:cNvSpPr>
            <a:spLocks noGrp="1"/>
          </p:cNvSpPr>
          <p:nvPr>
            <p:ph type="title"/>
          </p:nvPr>
        </p:nvSpPr>
        <p:spPr>
          <a:xfrm>
            <a:off x="963084" y="4406901"/>
            <a:ext cx="10363200" cy="1362075"/>
          </a:xfrm>
        </p:spPr>
        <p:txBody>
          <a:bodyPr anchor="t"/>
          <a:lstStyle>
            <a:lvl1pPr algn="r">
              <a:defRPr sz="3000" b="1" cap="all">
                <a:solidFill>
                  <a:schemeClr val="accent5"/>
                </a:solidFill>
              </a:defRPr>
            </a:lvl1pPr>
          </a:lstStyle>
          <a:p>
            <a:r>
              <a:rPr lang="en-US" dirty="0"/>
              <a:t>Click to edit Master title style</a:t>
            </a:r>
            <a:endParaRPr lang="en-GB" dirty="0"/>
          </a:p>
        </p:txBody>
      </p:sp>
      <p:sp>
        <p:nvSpPr>
          <p:cNvPr id="3" name="Text Placeholder 2"/>
          <p:cNvSpPr>
            <a:spLocks noGrp="1"/>
          </p:cNvSpPr>
          <p:nvPr>
            <p:ph type="body" idx="1"/>
          </p:nvPr>
        </p:nvSpPr>
        <p:spPr>
          <a:xfrm>
            <a:off x="963084" y="2906713"/>
            <a:ext cx="10363200" cy="1500187"/>
          </a:xfrm>
        </p:spPr>
        <p:txBody>
          <a:bodyPr anchor="b"/>
          <a:lstStyle>
            <a:lvl1pPr marL="0" indent="0" algn="r">
              <a:buNone/>
              <a:defRPr sz="2500">
                <a:solidFill>
                  <a:schemeClr val="bg1"/>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pic>
        <p:nvPicPr>
          <p:cNvPr id="9" name="Picture 8" descr="Logo, company name&#10;&#10;Description automatically generated">
            <a:extLst>
              <a:ext uri="{FF2B5EF4-FFF2-40B4-BE49-F238E27FC236}">
                <a16:creationId xmlns:a16="http://schemas.microsoft.com/office/drawing/2014/main" id="{3079C5E1-25DB-A4A6-EC23-BE511C96047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648326" y="229077"/>
            <a:ext cx="1254698" cy="1260000"/>
          </a:xfrm>
          <a:prstGeom prst="rect">
            <a:avLst/>
          </a:prstGeom>
        </p:spPr>
      </p:pic>
    </p:spTree>
    <p:extLst>
      <p:ext uri="{BB962C8B-B14F-4D97-AF65-F5344CB8AC3E}">
        <p14:creationId xmlns:p14="http://schemas.microsoft.com/office/powerpoint/2010/main" val="36139874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4" name="Picture 3" descr="A picture containing outdoor object, honeycomb&#10;&#10;Description automatically generated">
            <a:extLst>
              <a:ext uri="{FF2B5EF4-FFF2-40B4-BE49-F238E27FC236}">
                <a16:creationId xmlns:a16="http://schemas.microsoft.com/office/drawing/2014/main" id="{E2BECE40-B9F8-5238-73EB-2221EFFF7056}"/>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saturation sat="66000"/>
                    </a14:imgEffect>
                  </a14:imgLayer>
                </a14:imgProps>
              </a:ext>
              <a:ext uri="{28A0092B-C50C-407E-A947-70E740481C1C}">
                <a14:useLocalDpi xmlns:a14="http://schemas.microsoft.com/office/drawing/2010/main" val="0"/>
              </a:ext>
            </a:extLst>
          </a:blip>
          <a:srcRect b="14734"/>
          <a:stretch/>
        </p:blipFill>
        <p:spPr>
          <a:xfrm>
            <a:off x="0" y="-87085"/>
            <a:ext cx="12192000" cy="6618514"/>
          </a:xfrm>
          <a:prstGeom prst="rect">
            <a:avLst/>
          </a:prstGeom>
        </p:spPr>
      </p:pic>
      <p:sp>
        <p:nvSpPr>
          <p:cNvPr id="2" name="Title 1"/>
          <p:cNvSpPr>
            <a:spLocks noGrp="1"/>
          </p:cNvSpPr>
          <p:nvPr>
            <p:ph type="title"/>
          </p:nvPr>
        </p:nvSpPr>
        <p:spPr>
          <a:xfrm>
            <a:off x="556684" y="127002"/>
            <a:ext cx="9821030" cy="1362075"/>
          </a:xfrm>
        </p:spPr>
        <p:txBody>
          <a:bodyPr anchor="b"/>
          <a:lstStyle>
            <a:lvl1pPr algn="l">
              <a:defRPr sz="3000" b="1" cap="all">
                <a:solidFill>
                  <a:schemeClr val="accent5"/>
                </a:solidFill>
              </a:defRPr>
            </a:lvl1pPr>
          </a:lstStyle>
          <a:p>
            <a:r>
              <a:rPr lang="en-US" dirty="0"/>
              <a:t>Click to edit Master title style</a:t>
            </a:r>
            <a:endParaRPr lang="en-GB" dirty="0"/>
          </a:p>
        </p:txBody>
      </p:sp>
      <p:sp>
        <p:nvSpPr>
          <p:cNvPr id="3" name="Text Placeholder 2"/>
          <p:cNvSpPr>
            <a:spLocks noGrp="1"/>
          </p:cNvSpPr>
          <p:nvPr>
            <p:ph type="body" idx="1"/>
          </p:nvPr>
        </p:nvSpPr>
        <p:spPr>
          <a:xfrm>
            <a:off x="556684" y="1589575"/>
            <a:ext cx="9821030" cy="1500187"/>
          </a:xfrm>
        </p:spPr>
        <p:txBody>
          <a:bodyPr anchor="t"/>
          <a:lstStyle>
            <a:lvl1pPr marL="0" indent="0" algn="l">
              <a:buNone/>
              <a:defRPr sz="2000">
                <a:solidFill>
                  <a:schemeClr val="bg1"/>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pic>
        <p:nvPicPr>
          <p:cNvPr id="9" name="Picture 8" descr="Logo, company name&#10;&#10;Description automatically generated">
            <a:extLst>
              <a:ext uri="{FF2B5EF4-FFF2-40B4-BE49-F238E27FC236}">
                <a16:creationId xmlns:a16="http://schemas.microsoft.com/office/drawing/2014/main" id="{3079C5E1-25DB-A4A6-EC23-BE511C96047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648326" y="229077"/>
            <a:ext cx="1254698" cy="1260000"/>
          </a:xfrm>
          <a:prstGeom prst="rect">
            <a:avLst/>
          </a:prstGeom>
        </p:spPr>
      </p:pic>
    </p:spTree>
    <p:extLst>
      <p:ext uri="{BB962C8B-B14F-4D97-AF65-F5344CB8AC3E}">
        <p14:creationId xmlns:p14="http://schemas.microsoft.com/office/powerpoint/2010/main" val="30929598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Section Header">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08C35BC7-E310-108C-B8C4-672091E1D31D}"/>
              </a:ext>
            </a:extLst>
          </p:cNvPr>
          <p:cNvSpPr>
            <a:spLocks noGrp="1"/>
          </p:cNvSpPr>
          <p:nvPr>
            <p:ph type="pic" sz="quarter" idx="10"/>
          </p:nvPr>
        </p:nvSpPr>
        <p:spPr>
          <a:xfrm>
            <a:off x="0" y="1589575"/>
            <a:ext cx="12192000" cy="2824162"/>
          </a:xfrm>
          <a:solidFill>
            <a:schemeClr val="bg1">
              <a:lumMod val="95000"/>
            </a:schemeClr>
          </a:solidFill>
        </p:spPr>
        <p:txBody>
          <a:bodyPr/>
          <a:lstStyle>
            <a:lvl1pPr>
              <a:defRPr sz="2000"/>
            </a:lvl1pPr>
          </a:lstStyle>
          <a:p>
            <a:endParaRPr lang="en-MY" dirty="0"/>
          </a:p>
        </p:txBody>
      </p:sp>
      <p:sp>
        <p:nvSpPr>
          <p:cNvPr id="2" name="Title 1"/>
          <p:cNvSpPr>
            <a:spLocks noGrp="1"/>
          </p:cNvSpPr>
          <p:nvPr>
            <p:ph type="title"/>
          </p:nvPr>
        </p:nvSpPr>
        <p:spPr>
          <a:xfrm>
            <a:off x="556684" y="3685880"/>
            <a:ext cx="9821030" cy="1362075"/>
          </a:xfrm>
        </p:spPr>
        <p:txBody>
          <a:bodyPr anchor="b"/>
          <a:lstStyle>
            <a:lvl1pPr algn="l">
              <a:defRPr sz="3000" b="1" cap="all">
                <a:solidFill>
                  <a:schemeClr val="tx2"/>
                </a:solidFill>
              </a:defRPr>
            </a:lvl1pPr>
          </a:lstStyle>
          <a:p>
            <a:r>
              <a:rPr lang="en-US" dirty="0"/>
              <a:t>Click to edit Master title style</a:t>
            </a:r>
            <a:endParaRPr lang="en-GB" dirty="0"/>
          </a:p>
        </p:txBody>
      </p:sp>
      <p:sp>
        <p:nvSpPr>
          <p:cNvPr id="3" name="Text Placeholder 2"/>
          <p:cNvSpPr>
            <a:spLocks noGrp="1"/>
          </p:cNvSpPr>
          <p:nvPr>
            <p:ph type="body" idx="1"/>
          </p:nvPr>
        </p:nvSpPr>
        <p:spPr>
          <a:xfrm>
            <a:off x="556684" y="5148453"/>
            <a:ext cx="9821030" cy="1500187"/>
          </a:xfrm>
        </p:spPr>
        <p:txBody>
          <a:bodyPr anchor="t"/>
          <a:lstStyle>
            <a:lvl1pPr marL="0" indent="0" algn="l">
              <a:buNone/>
              <a:defRPr sz="2000">
                <a:solidFill>
                  <a:schemeClr val="tx1"/>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pic>
        <p:nvPicPr>
          <p:cNvPr id="9" name="Picture 8" descr="Logo, company name&#10;&#10;Description automatically generated">
            <a:extLst>
              <a:ext uri="{FF2B5EF4-FFF2-40B4-BE49-F238E27FC236}">
                <a16:creationId xmlns:a16="http://schemas.microsoft.com/office/drawing/2014/main" id="{3079C5E1-25DB-A4A6-EC23-BE511C96047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48326" y="229077"/>
            <a:ext cx="1254698" cy="1260000"/>
          </a:xfrm>
          <a:prstGeom prst="rect">
            <a:avLst/>
          </a:prstGeom>
        </p:spPr>
      </p:pic>
    </p:spTree>
    <p:extLst>
      <p:ext uri="{BB962C8B-B14F-4D97-AF65-F5344CB8AC3E}">
        <p14:creationId xmlns:p14="http://schemas.microsoft.com/office/powerpoint/2010/main" val="11601133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Section Header">
    <p:bg>
      <p:bgPr>
        <a:solidFill>
          <a:srgbClr val="001B4D"/>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56684" y="3685880"/>
            <a:ext cx="9821030" cy="1362075"/>
          </a:xfrm>
        </p:spPr>
        <p:txBody>
          <a:bodyPr anchor="b"/>
          <a:lstStyle>
            <a:lvl1pPr algn="l">
              <a:defRPr sz="3000" b="1" cap="all">
                <a:solidFill>
                  <a:schemeClr val="accent5"/>
                </a:solidFill>
              </a:defRPr>
            </a:lvl1pPr>
          </a:lstStyle>
          <a:p>
            <a:r>
              <a:rPr lang="en-US" dirty="0"/>
              <a:t>Click to edit Master title style</a:t>
            </a:r>
            <a:endParaRPr lang="en-GB" dirty="0"/>
          </a:p>
        </p:txBody>
      </p:sp>
      <p:sp>
        <p:nvSpPr>
          <p:cNvPr id="3" name="Text Placeholder 2"/>
          <p:cNvSpPr>
            <a:spLocks noGrp="1"/>
          </p:cNvSpPr>
          <p:nvPr>
            <p:ph type="body" idx="1"/>
          </p:nvPr>
        </p:nvSpPr>
        <p:spPr>
          <a:xfrm>
            <a:off x="556684" y="5148453"/>
            <a:ext cx="9821030" cy="1500187"/>
          </a:xfrm>
        </p:spPr>
        <p:txBody>
          <a:bodyPr anchor="t"/>
          <a:lstStyle>
            <a:lvl1pPr marL="0" indent="0" algn="l">
              <a:buNone/>
              <a:defRPr sz="2000">
                <a:solidFill>
                  <a:schemeClr val="bg1"/>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pic>
        <p:nvPicPr>
          <p:cNvPr id="9" name="Picture 8" descr="Logo, company name&#10;&#10;Description automatically generated">
            <a:extLst>
              <a:ext uri="{FF2B5EF4-FFF2-40B4-BE49-F238E27FC236}">
                <a16:creationId xmlns:a16="http://schemas.microsoft.com/office/drawing/2014/main" id="{3079C5E1-25DB-A4A6-EC23-BE511C96047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48326" y="229077"/>
            <a:ext cx="1254698" cy="1260000"/>
          </a:xfrm>
          <a:prstGeom prst="rect">
            <a:avLst/>
          </a:prstGeom>
        </p:spPr>
      </p:pic>
      <p:sp>
        <p:nvSpPr>
          <p:cNvPr id="4" name="Picture Placeholder 6">
            <a:extLst>
              <a:ext uri="{FF2B5EF4-FFF2-40B4-BE49-F238E27FC236}">
                <a16:creationId xmlns:a16="http://schemas.microsoft.com/office/drawing/2014/main" id="{782A26D2-4216-FF76-6392-C88F8808F07F}"/>
              </a:ext>
            </a:extLst>
          </p:cNvPr>
          <p:cNvSpPr>
            <a:spLocks noGrp="1"/>
          </p:cNvSpPr>
          <p:nvPr>
            <p:ph type="pic" sz="quarter" idx="10"/>
          </p:nvPr>
        </p:nvSpPr>
        <p:spPr>
          <a:xfrm>
            <a:off x="0" y="1589575"/>
            <a:ext cx="12192000" cy="2824162"/>
          </a:xfrm>
          <a:solidFill>
            <a:schemeClr val="bg1">
              <a:lumMod val="95000"/>
            </a:schemeClr>
          </a:solidFill>
        </p:spPr>
        <p:txBody>
          <a:bodyPr/>
          <a:lstStyle>
            <a:lvl1pPr>
              <a:defRPr sz="2000"/>
            </a:lvl1pPr>
          </a:lstStyle>
          <a:p>
            <a:endParaRPr lang="en-MY" dirty="0"/>
          </a:p>
        </p:txBody>
      </p:sp>
    </p:spTree>
    <p:extLst>
      <p:ext uri="{BB962C8B-B14F-4D97-AF65-F5344CB8AC3E}">
        <p14:creationId xmlns:p14="http://schemas.microsoft.com/office/powerpoint/2010/main" val="41322069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10B0135-B9A4-80F3-C5A0-025E6765426D}"/>
              </a:ext>
            </a:extLst>
          </p:cNvPr>
          <p:cNvSpPr>
            <a:spLocks noGrp="1"/>
          </p:cNvSpPr>
          <p:nvPr>
            <p:ph type="pic" sz="quarter" idx="10"/>
          </p:nvPr>
        </p:nvSpPr>
        <p:spPr>
          <a:xfrm>
            <a:off x="0" y="0"/>
            <a:ext cx="12192000" cy="6858000"/>
          </a:xfrm>
          <a:prstGeom prst="rect">
            <a:avLst/>
          </a:prstGeom>
          <a:solidFill>
            <a:schemeClr val="bg1">
              <a:lumMod val="95000"/>
            </a:schemeClr>
          </a:solidFill>
        </p:spPr>
        <p:txBody>
          <a:bodyPr/>
          <a:lstStyle>
            <a:lvl1pPr>
              <a:defRPr sz="2000"/>
            </a:lvl1pPr>
          </a:lstStyle>
          <a:p>
            <a:endParaRPr lang="en-US"/>
          </a:p>
        </p:txBody>
      </p:sp>
      <p:sp>
        <p:nvSpPr>
          <p:cNvPr id="2" name="Title 1"/>
          <p:cNvSpPr>
            <a:spLocks noGrp="1"/>
          </p:cNvSpPr>
          <p:nvPr>
            <p:ph type="title"/>
          </p:nvPr>
        </p:nvSpPr>
        <p:spPr>
          <a:xfrm>
            <a:off x="963084" y="4406901"/>
            <a:ext cx="10363200" cy="1362075"/>
          </a:xfrm>
        </p:spPr>
        <p:txBody>
          <a:bodyPr anchor="t"/>
          <a:lstStyle>
            <a:lvl1pPr algn="ctr">
              <a:defRPr sz="3000" b="1" cap="all">
                <a:solidFill>
                  <a:schemeClr val="accent5"/>
                </a:solidFill>
              </a:defRPr>
            </a:lvl1pPr>
          </a:lstStyle>
          <a:p>
            <a:r>
              <a:rPr lang="en-US" dirty="0"/>
              <a:t>Click to edit Master title style</a:t>
            </a:r>
            <a:endParaRPr lang="en-GB" dirty="0"/>
          </a:p>
        </p:txBody>
      </p:sp>
      <p:sp>
        <p:nvSpPr>
          <p:cNvPr id="3" name="Text Placeholder 2"/>
          <p:cNvSpPr>
            <a:spLocks noGrp="1"/>
          </p:cNvSpPr>
          <p:nvPr>
            <p:ph type="body" idx="1"/>
          </p:nvPr>
        </p:nvSpPr>
        <p:spPr>
          <a:xfrm>
            <a:off x="963084" y="2906713"/>
            <a:ext cx="10363200" cy="1500187"/>
          </a:xfrm>
        </p:spPr>
        <p:txBody>
          <a:bodyPr anchor="b"/>
          <a:lstStyle>
            <a:lvl1pPr marL="0" indent="0" algn="ctr">
              <a:buNone/>
              <a:defRPr sz="2500">
                <a:solidFill>
                  <a:schemeClr val="bg1"/>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pic>
        <p:nvPicPr>
          <p:cNvPr id="9" name="Picture 8" descr="Logo, company name&#10;&#10;Description automatically generated">
            <a:extLst>
              <a:ext uri="{FF2B5EF4-FFF2-40B4-BE49-F238E27FC236}">
                <a16:creationId xmlns:a16="http://schemas.microsoft.com/office/drawing/2014/main" id="{3079C5E1-25DB-A4A6-EC23-BE511C96047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48326" y="229077"/>
            <a:ext cx="1254698" cy="1260000"/>
          </a:xfrm>
          <a:prstGeom prst="rect">
            <a:avLst/>
          </a:prstGeom>
        </p:spPr>
      </p:pic>
    </p:spTree>
    <p:extLst>
      <p:ext uri="{BB962C8B-B14F-4D97-AF65-F5344CB8AC3E}">
        <p14:creationId xmlns:p14="http://schemas.microsoft.com/office/powerpoint/2010/main" val="16882133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Section Header">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10B0135-B9A4-80F3-C5A0-025E6765426D}"/>
              </a:ext>
            </a:extLst>
          </p:cNvPr>
          <p:cNvSpPr>
            <a:spLocks noGrp="1"/>
          </p:cNvSpPr>
          <p:nvPr>
            <p:ph type="pic" sz="quarter" idx="10"/>
          </p:nvPr>
        </p:nvSpPr>
        <p:spPr>
          <a:xfrm>
            <a:off x="0" y="0"/>
            <a:ext cx="12192000" cy="6858000"/>
          </a:xfrm>
          <a:prstGeom prst="rect">
            <a:avLst/>
          </a:prstGeom>
          <a:solidFill>
            <a:schemeClr val="bg1">
              <a:lumMod val="95000"/>
            </a:schemeClr>
          </a:solidFill>
        </p:spPr>
        <p:txBody>
          <a:bodyPr/>
          <a:lstStyle>
            <a:lvl1pPr>
              <a:defRPr sz="2000">
                <a:solidFill>
                  <a:schemeClr val="bg1"/>
                </a:solidFill>
              </a:defRPr>
            </a:lvl1pPr>
          </a:lstStyle>
          <a:p>
            <a:endParaRPr lang="en-US"/>
          </a:p>
        </p:txBody>
      </p:sp>
      <p:sp>
        <p:nvSpPr>
          <p:cNvPr id="5" name="Title 1">
            <a:extLst>
              <a:ext uri="{FF2B5EF4-FFF2-40B4-BE49-F238E27FC236}">
                <a16:creationId xmlns:a16="http://schemas.microsoft.com/office/drawing/2014/main" id="{2CF2E1CC-7F1D-6CF8-6A38-2EE36FC97117}"/>
              </a:ext>
            </a:extLst>
          </p:cNvPr>
          <p:cNvSpPr>
            <a:spLocks noGrp="1"/>
          </p:cNvSpPr>
          <p:nvPr>
            <p:ph type="title"/>
          </p:nvPr>
        </p:nvSpPr>
        <p:spPr>
          <a:xfrm>
            <a:off x="556684" y="127002"/>
            <a:ext cx="9349316" cy="1362075"/>
          </a:xfrm>
        </p:spPr>
        <p:txBody>
          <a:bodyPr anchor="b"/>
          <a:lstStyle>
            <a:lvl1pPr algn="l">
              <a:defRPr sz="3000" b="1" cap="all">
                <a:solidFill>
                  <a:schemeClr val="tx2"/>
                </a:solidFill>
              </a:defRPr>
            </a:lvl1pPr>
          </a:lstStyle>
          <a:p>
            <a:r>
              <a:rPr lang="en-US" dirty="0"/>
              <a:t>Click to edit Master title style</a:t>
            </a:r>
            <a:endParaRPr lang="en-GB" dirty="0"/>
          </a:p>
        </p:txBody>
      </p:sp>
      <p:sp>
        <p:nvSpPr>
          <p:cNvPr id="6" name="Text Placeholder 2">
            <a:extLst>
              <a:ext uri="{FF2B5EF4-FFF2-40B4-BE49-F238E27FC236}">
                <a16:creationId xmlns:a16="http://schemas.microsoft.com/office/drawing/2014/main" id="{7C71BCF8-2B27-BEA0-B962-D2EE1DB6519F}"/>
              </a:ext>
            </a:extLst>
          </p:cNvPr>
          <p:cNvSpPr>
            <a:spLocks noGrp="1"/>
          </p:cNvSpPr>
          <p:nvPr>
            <p:ph type="body" idx="1"/>
          </p:nvPr>
        </p:nvSpPr>
        <p:spPr>
          <a:xfrm>
            <a:off x="556684" y="1589575"/>
            <a:ext cx="9349316" cy="1500187"/>
          </a:xfrm>
        </p:spPr>
        <p:txBody>
          <a:bodyPr anchor="t"/>
          <a:lstStyle>
            <a:lvl1pPr marL="0" indent="0" algn="l">
              <a:buNone/>
              <a:defRPr sz="2000">
                <a:solidFill>
                  <a:schemeClr val="accent6"/>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pic>
        <p:nvPicPr>
          <p:cNvPr id="7" name="Picture 6" descr="Logo, company name&#10;&#10;Description automatically generated">
            <a:extLst>
              <a:ext uri="{FF2B5EF4-FFF2-40B4-BE49-F238E27FC236}">
                <a16:creationId xmlns:a16="http://schemas.microsoft.com/office/drawing/2014/main" id="{FCDEFE03-E507-9264-8C2B-2E78DD2EA1A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48326" y="229077"/>
            <a:ext cx="1254698" cy="1260000"/>
          </a:xfrm>
          <a:prstGeom prst="rect">
            <a:avLst/>
          </a:prstGeom>
        </p:spPr>
      </p:pic>
    </p:spTree>
    <p:extLst>
      <p:ext uri="{BB962C8B-B14F-4D97-AF65-F5344CB8AC3E}">
        <p14:creationId xmlns:p14="http://schemas.microsoft.com/office/powerpoint/2010/main" val="22246170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2" name="Picture 10" descr="APU Logo Final-medium.jpg">
            <a:extLst>
              <a:ext uri="{FF2B5EF4-FFF2-40B4-BE49-F238E27FC236}">
                <a16:creationId xmlns:a16="http://schemas.microsoft.com/office/drawing/2014/main" id="{383451EB-63F4-DFF6-8522-1522FB643F03}"/>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6">
            <a:extLst>
              <a:ext uri="{FF2B5EF4-FFF2-40B4-BE49-F238E27FC236}">
                <a16:creationId xmlns:a16="http://schemas.microsoft.com/office/drawing/2014/main" id="{98F54A5F-F810-96A4-5910-A7F80EDAE683}"/>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dirty="0"/>
              <a:t>Click to edit Master title style</a:t>
            </a:r>
          </a:p>
        </p:txBody>
      </p:sp>
    </p:spTree>
    <p:extLst>
      <p:ext uri="{BB962C8B-B14F-4D97-AF65-F5344CB8AC3E}">
        <p14:creationId xmlns:p14="http://schemas.microsoft.com/office/powerpoint/2010/main" val="28444177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and Content">
    <p:bg>
      <p:bgPr>
        <a:solidFill>
          <a:srgbClr val="001B4D"/>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6">
            <a:extLst>
              <a:ext uri="{FF2B5EF4-FFF2-40B4-BE49-F238E27FC236}">
                <a16:creationId xmlns:a16="http://schemas.microsoft.com/office/drawing/2014/main" id="{98F54A5F-F810-96A4-5910-A7F80EDAE683}"/>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GB" altLang="en-US" dirty="0"/>
              <a:t>Click to edit Master title style</a:t>
            </a:r>
          </a:p>
        </p:txBody>
      </p:sp>
      <p:pic>
        <p:nvPicPr>
          <p:cNvPr id="5" name="Picture 4" descr="Logo, company name&#10;&#10;Description automatically generated">
            <a:extLst>
              <a:ext uri="{FF2B5EF4-FFF2-40B4-BE49-F238E27FC236}">
                <a16:creationId xmlns:a16="http://schemas.microsoft.com/office/drawing/2014/main" id="{8F68BB6B-7571-DB8A-80FB-F7C3AD26106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2260" y="27044"/>
            <a:ext cx="977178" cy="981307"/>
          </a:xfrm>
          <a:prstGeom prst="rect">
            <a:avLst/>
          </a:prstGeom>
        </p:spPr>
      </p:pic>
    </p:spTree>
    <p:extLst>
      <p:ext uri="{BB962C8B-B14F-4D97-AF65-F5344CB8AC3E}">
        <p14:creationId xmlns:p14="http://schemas.microsoft.com/office/powerpoint/2010/main" val="1829978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3" name="Picture 10" descr="APU Logo Final-medium.jpg">
            <a:extLst>
              <a:ext uri="{FF2B5EF4-FFF2-40B4-BE49-F238E27FC236}">
                <a16:creationId xmlns:a16="http://schemas.microsoft.com/office/drawing/2014/main" id="{D43B7469-696D-D5B3-7497-03AB7CFB3F90}"/>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6">
            <a:extLst>
              <a:ext uri="{FF2B5EF4-FFF2-40B4-BE49-F238E27FC236}">
                <a16:creationId xmlns:a16="http://schemas.microsoft.com/office/drawing/2014/main" id="{BBB11AA0-4CFB-DDD2-980D-D195C9DD8A43}"/>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dirty="0"/>
              <a:t>Click to edit Master title style</a:t>
            </a:r>
          </a:p>
        </p:txBody>
      </p:sp>
    </p:spTree>
    <p:extLst>
      <p:ext uri="{BB962C8B-B14F-4D97-AF65-F5344CB8AC3E}">
        <p14:creationId xmlns:p14="http://schemas.microsoft.com/office/powerpoint/2010/main" val="41153501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rgbClr val="001B4D"/>
        </a:solidFill>
        <a:effectLst/>
      </p:bgPr>
    </p:bg>
    <p:spTree>
      <p:nvGrpSpPr>
        <p:cNvPr id="1" name=""/>
        <p:cNvGrpSpPr/>
        <p:nvPr/>
      </p:nvGrpSpPr>
      <p:grpSpPr>
        <a:xfrm>
          <a:off x="0" y="0"/>
          <a:ext cx="0" cy="0"/>
          <a:chOff x="0" y="0"/>
          <a:chExt cx="0" cy="0"/>
        </a:xfrm>
      </p:grpSpPr>
      <p:sp>
        <p:nvSpPr>
          <p:cNvPr id="6" name="Rectangle 6">
            <a:extLst>
              <a:ext uri="{FF2B5EF4-FFF2-40B4-BE49-F238E27FC236}">
                <a16:creationId xmlns:a16="http://schemas.microsoft.com/office/drawing/2014/main" id="{BBB11AA0-4CFB-DDD2-980D-D195C9DD8A43}"/>
              </a:ext>
            </a:extLst>
          </p:cNvPr>
          <p:cNvSpPr>
            <a:spLocks noGrp="1" noChangeArrowheads="1"/>
          </p:cNvSpPr>
          <p:nvPr>
            <p:ph type="title"/>
          </p:nvPr>
        </p:nvSpPr>
        <p:spPr bwMode="auto">
          <a:xfrm>
            <a:off x="295352" y="274638"/>
            <a:ext cx="10457373" cy="1143000"/>
          </a:xfrm>
          <a:prstGeom prst="rect">
            <a:avLst/>
          </a:prstGeom>
          <a:noFill/>
          <a:ln>
            <a:noFill/>
          </a:ln>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GB" altLang="en-US" dirty="0"/>
              <a:t>Click to edit Master title style</a:t>
            </a:r>
          </a:p>
        </p:txBody>
      </p:sp>
      <p:pic>
        <p:nvPicPr>
          <p:cNvPr id="2" name="Picture 1" descr="Logo, company name&#10;&#10;Description automatically generated">
            <a:extLst>
              <a:ext uri="{FF2B5EF4-FFF2-40B4-BE49-F238E27FC236}">
                <a16:creationId xmlns:a16="http://schemas.microsoft.com/office/drawing/2014/main" id="{163C07D3-0112-1601-B752-FDBF091DDEC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2260" y="27044"/>
            <a:ext cx="977178" cy="981307"/>
          </a:xfrm>
          <a:prstGeom prst="rect">
            <a:avLst/>
          </a:prstGeom>
        </p:spPr>
      </p:pic>
    </p:spTree>
    <p:extLst>
      <p:ext uri="{BB962C8B-B14F-4D97-AF65-F5344CB8AC3E}">
        <p14:creationId xmlns:p14="http://schemas.microsoft.com/office/powerpoint/2010/main" val="12798380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95352" y="1697038"/>
            <a:ext cx="5384800"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237817" y="1697038"/>
            <a:ext cx="5384800"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6" name="Picture 10" descr="APU Logo Final-medium.jpg">
            <a:extLst>
              <a:ext uri="{FF2B5EF4-FFF2-40B4-BE49-F238E27FC236}">
                <a16:creationId xmlns:a16="http://schemas.microsoft.com/office/drawing/2014/main" id="{0802BECB-EBD7-EAF2-F449-AA70E280397A}"/>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6">
            <a:extLst>
              <a:ext uri="{FF2B5EF4-FFF2-40B4-BE49-F238E27FC236}">
                <a16:creationId xmlns:a16="http://schemas.microsoft.com/office/drawing/2014/main" id="{4980A499-972D-DEC1-0CDD-C8C7AF006334}"/>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dirty="0"/>
              <a:t>Click to edit Master title style</a:t>
            </a:r>
          </a:p>
        </p:txBody>
      </p:sp>
    </p:spTree>
    <p:extLst>
      <p:ext uri="{BB962C8B-B14F-4D97-AF65-F5344CB8AC3E}">
        <p14:creationId xmlns:p14="http://schemas.microsoft.com/office/powerpoint/2010/main" val="21763119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wo Content">
    <p:bg>
      <p:bgPr>
        <a:solidFill>
          <a:srgbClr val="001B4D"/>
        </a:solid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95352" y="1697038"/>
            <a:ext cx="5384800" cy="4525962"/>
          </a:xfrm>
        </p:spPr>
        <p:txBody>
          <a:bodyPr/>
          <a:lstStyle>
            <a:lvl1pPr>
              <a:defRPr sz="2800">
                <a:solidFill>
                  <a:schemeClr val="bg1"/>
                </a:solidFill>
              </a:defRPr>
            </a:lvl1pPr>
            <a:lvl2pPr>
              <a:defRPr sz="2400">
                <a:solidFill>
                  <a:schemeClr val="bg1"/>
                </a:solidFill>
              </a:defRPr>
            </a:lvl2pPr>
            <a:lvl3pPr>
              <a:defRPr sz="2000">
                <a:solidFill>
                  <a:schemeClr val="bg1"/>
                </a:solidFill>
              </a:defRPr>
            </a:lvl3pPr>
            <a:lvl4pPr>
              <a:defRPr sz="1800">
                <a:solidFill>
                  <a:schemeClr val="bg1"/>
                </a:solidFill>
              </a:defRPr>
            </a:lvl4pPr>
            <a:lvl5pPr>
              <a:defRPr sz="1800">
                <a:solidFill>
                  <a:schemeClr val="bg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237817" y="1697038"/>
            <a:ext cx="5384800" cy="4525962"/>
          </a:xfrm>
        </p:spPr>
        <p:txBody>
          <a:bodyPr/>
          <a:lstStyle>
            <a:lvl1pPr>
              <a:defRPr sz="2800">
                <a:solidFill>
                  <a:schemeClr val="bg1"/>
                </a:solidFill>
              </a:defRPr>
            </a:lvl1pPr>
            <a:lvl2pPr>
              <a:defRPr sz="2400">
                <a:solidFill>
                  <a:schemeClr val="bg1"/>
                </a:solidFill>
              </a:defRPr>
            </a:lvl2pPr>
            <a:lvl3pPr>
              <a:defRPr sz="2000">
                <a:solidFill>
                  <a:schemeClr val="bg1"/>
                </a:solidFill>
              </a:defRPr>
            </a:lvl3pPr>
            <a:lvl4pPr>
              <a:defRPr sz="1800">
                <a:solidFill>
                  <a:schemeClr val="bg1"/>
                </a:solidFill>
              </a:defRPr>
            </a:lvl4pPr>
            <a:lvl5pPr>
              <a:defRPr sz="1800">
                <a:solidFill>
                  <a:schemeClr val="bg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Rectangle 6">
            <a:extLst>
              <a:ext uri="{FF2B5EF4-FFF2-40B4-BE49-F238E27FC236}">
                <a16:creationId xmlns:a16="http://schemas.microsoft.com/office/drawing/2014/main" id="{4980A499-972D-DEC1-0CDD-C8C7AF006334}"/>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GB" altLang="en-US" dirty="0"/>
              <a:t>Click to edit Master title style</a:t>
            </a:r>
          </a:p>
        </p:txBody>
      </p:sp>
      <p:pic>
        <p:nvPicPr>
          <p:cNvPr id="2" name="Picture 1" descr="Logo, company name&#10;&#10;Description automatically generated">
            <a:extLst>
              <a:ext uri="{FF2B5EF4-FFF2-40B4-BE49-F238E27FC236}">
                <a16:creationId xmlns:a16="http://schemas.microsoft.com/office/drawing/2014/main" id="{9CBCAFAD-0874-A920-E7D5-68A99F50902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2260" y="27044"/>
            <a:ext cx="977178" cy="981307"/>
          </a:xfrm>
          <a:prstGeom prst="rect">
            <a:avLst/>
          </a:prstGeom>
        </p:spPr>
      </p:pic>
    </p:spTree>
    <p:extLst>
      <p:ext uri="{BB962C8B-B14F-4D97-AF65-F5344CB8AC3E}">
        <p14:creationId xmlns:p14="http://schemas.microsoft.com/office/powerpoint/2010/main" val="213207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95352" y="1535113"/>
            <a:ext cx="5701165" cy="639762"/>
          </a:xfrm>
        </p:spPr>
        <p:txBody>
          <a:bodyPr anchor="b"/>
          <a:lstStyle>
            <a:lvl1pPr marL="0" indent="0">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295352" y="2174875"/>
            <a:ext cx="5701165" cy="3951288"/>
          </a:xfrm>
        </p:spPr>
        <p:txBody>
          <a:bodyPr/>
          <a:lstStyle>
            <a:lvl1pPr>
              <a:defRPr sz="2400">
                <a:solidFill>
                  <a:schemeClr val="tx1"/>
                </a:solidFill>
              </a:defRPr>
            </a:lvl1pPr>
            <a:lvl2pPr>
              <a:defRPr sz="2000">
                <a:solidFill>
                  <a:schemeClr val="tx1"/>
                </a:solidFill>
              </a:defRPr>
            </a:lvl2pPr>
            <a:lvl3pPr>
              <a:defRPr sz="18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solidFill>
                  <a:schemeClr val="tx1"/>
                </a:solidFill>
              </a:defRPr>
            </a:lvl1pPr>
            <a:lvl2pPr>
              <a:defRPr sz="2000">
                <a:solidFill>
                  <a:schemeClr val="tx1"/>
                </a:solidFill>
              </a:defRPr>
            </a:lvl2pPr>
            <a:lvl3pPr>
              <a:defRPr sz="18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Rectangle 6">
            <a:extLst>
              <a:ext uri="{FF2B5EF4-FFF2-40B4-BE49-F238E27FC236}">
                <a16:creationId xmlns:a16="http://schemas.microsoft.com/office/drawing/2014/main" id="{212DAC53-88F1-5536-6538-48E550FD8C78}"/>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dirty="0"/>
              <a:t>Click to edit Master title style</a:t>
            </a:r>
          </a:p>
        </p:txBody>
      </p:sp>
      <p:pic>
        <p:nvPicPr>
          <p:cNvPr id="2" name="Picture 10" descr="APU Logo Final-medium.jpg">
            <a:extLst>
              <a:ext uri="{FF2B5EF4-FFF2-40B4-BE49-F238E27FC236}">
                <a16:creationId xmlns:a16="http://schemas.microsoft.com/office/drawing/2014/main" id="{59460E12-C28F-6F47-C8AD-1B01DC7DB164}"/>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771721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Comparison">
    <p:bg>
      <p:bgPr>
        <a:solidFill>
          <a:srgbClr val="001B4D"/>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95352" y="1535113"/>
            <a:ext cx="5701165"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295352" y="2174875"/>
            <a:ext cx="5701165" cy="3951288"/>
          </a:xfrm>
        </p:spPr>
        <p:txBody>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Rectangle 6">
            <a:extLst>
              <a:ext uri="{FF2B5EF4-FFF2-40B4-BE49-F238E27FC236}">
                <a16:creationId xmlns:a16="http://schemas.microsoft.com/office/drawing/2014/main" id="{212DAC53-88F1-5536-6538-48E550FD8C78}"/>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GB" altLang="en-US" dirty="0"/>
              <a:t>Click to edit Master title style</a:t>
            </a:r>
          </a:p>
        </p:txBody>
      </p:sp>
      <p:pic>
        <p:nvPicPr>
          <p:cNvPr id="2" name="Picture 1" descr="Logo, company name&#10;&#10;Description automatically generated">
            <a:extLst>
              <a:ext uri="{FF2B5EF4-FFF2-40B4-BE49-F238E27FC236}">
                <a16:creationId xmlns:a16="http://schemas.microsoft.com/office/drawing/2014/main" id="{C7C10021-D30B-49A3-9775-E4B01805881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2260" y="27044"/>
            <a:ext cx="977178" cy="981307"/>
          </a:xfrm>
          <a:prstGeom prst="rect">
            <a:avLst/>
          </a:prstGeom>
        </p:spPr>
      </p:pic>
    </p:spTree>
    <p:extLst>
      <p:ext uri="{BB962C8B-B14F-4D97-AF65-F5344CB8AC3E}">
        <p14:creationId xmlns:p14="http://schemas.microsoft.com/office/powerpoint/2010/main" val="17295984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2_Blank">
    <p:bg>
      <p:bgPr>
        <a:solidFill>
          <a:srgbClr val="001B4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80677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2581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pic>
        <p:nvPicPr>
          <p:cNvPr id="2" name="Picture 10" descr="APU Logo Final-medium.jpg">
            <a:extLst>
              <a:ext uri="{FF2B5EF4-FFF2-40B4-BE49-F238E27FC236}">
                <a16:creationId xmlns:a16="http://schemas.microsoft.com/office/drawing/2014/main" id="{131C5456-E521-C7D4-FB88-68A63787FD4F}"/>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129999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3_Blank">
    <p:bg>
      <p:bgPr>
        <a:solidFill>
          <a:srgbClr val="001B4D"/>
        </a:solidFill>
        <a:effectLst/>
      </p:bgPr>
    </p:bg>
    <p:spTree>
      <p:nvGrpSpPr>
        <p:cNvPr id="1" name=""/>
        <p:cNvGrpSpPr/>
        <p:nvPr/>
      </p:nvGrpSpPr>
      <p:grpSpPr>
        <a:xfrm>
          <a:off x="0" y="0"/>
          <a:ext cx="0" cy="0"/>
          <a:chOff x="0" y="0"/>
          <a:chExt cx="0" cy="0"/>
        </a:xfrm>
      </p:grpSpPr>
      <p:pic>
        <p:nvPicPr>
          <p:cNvPr id="3" name="Picture 2" descr="Logo, company name&#10;&#10;Description automatically generated">
            <a:extLst>
              <a:ext uri="{FF2B5EF4-FFF2-40B4-BE49-F238E27FC236}">
                <a16:creationId xmlns:a16="http://schemas.microsoft.com/office/drawing/2014/main" id="{04DC0352-F5ED-1918-1F8A-8B80BB6E8C9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2260" y="27044"/>
            <a:ext cx="977178" cy="981307"/>
          </a:xfrm>
          <a:prstGeom prst="rect">
            <a:avLst/>
          </a:prstGeom>
        </p:spPr>
      </p:pic>
    </p:spTree>
    <p:extLst>
      <p:ext uri="{BB962C8B-B14F-4D97-AF65-F5344CB8AC3E}">
        <p14:creationId xmlns:p14="http://schemas.microsoft.com/office/powerpoint/2010/main" val="8159544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4766733" y="273051"/>
            <a:ext cx="6815667" cy="5853113"/>
          </a:xfrm>
        </p:spPr>
        <p:txBody>
          <a:bodyPr/>
          <a:lstStyle>
            <a:lvl1pPr>
              <a:defRPr sz="3200">
                <a:solidFill>
                  <a:schemeClr val="tx2"/>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pic>
        <p:nvPicPr>
          <p:cNvPr id="2" name="Picture 10" descr="APU Logo Final-medium.jpg">
            <a:extLst>
              <a:ext uri="{FF2B5EF4-FFF2-40B4-BE49-F238E27FC236}">
                <a16:creationId xmlns:a16="http://schemas.microsoft.com/office/drawing/2014/main" id="{AA1C13FB-D1A7-194E-A332-391C492A0CF5}"/>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626897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Content with Caption">
    <p:bg>
      <p:bgPr>
        <a:solidFill>
          <a:srgbClr val="001B4D"/>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4766733" y="273051"/>
            <a:ext cx="6815667" cy="5853113"/>
          </a:xfrm>
        </p:spPr>
        <p:txBody>
          <a:bodyPr/>
          <a:lstStyle>
            <a:lvl1pPr>
              <a:defRPr sz="3200">
                <a:solidFill>
                  <a:schemeClr val="accent5"/>
                </a:solidFill>
              </a:defRPr>
            </a:lvl1pPr>
            <a:lvl2pPr>
              <a:defRPr sz="2800">
                <a:solidFill>
                  <a:schemeClr val="bg1"/>
                </a:solidFill>
              </a:defRPr>
            </a:lvl2pPr>
            <a:lvl3pPr>
              <a:defRPr sz="2400">
                <a:solidFill>
                  <a:schemeClr val="bg1"/>
                </a:solidFill>
              </a:defRPr>
            </a:lvl3pPr>
            <a:lvl4pPr>
              <a:defRPr sz="2000">
                <a:solidFill>
                  <a:schemeClr val="bg1"/>
                </a:solidFill>
              </a:defRPr>
            </a:lvl4pPr>
            <a:lvl5pPr>
              <a:defRPr sz="2000">
                <a:solidFill>
                  <a:schemeClr val="bg1"/>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solidFill>
                  <a:schemeClr val="bg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pic>
        <p:nvPicPr>
          <p:cNvPr id="2" name="Picture 1" descr="Logo, company name&#10;&#10;Description automatically generated">
            <a:extLst>
              <a:ext uri="{FF2B5EF4-FFF2-40B4-BE49-F238E27FC236}">
                <a16:creationId xmlns:a16="http://schemas.microsoft.com/office/drawing/2014/main" id="{C3D40C30-8297-E054-688C-7A1636F331C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1411" y="27044"/>
            <a:ext cx="977178" cy="981307"/>
          </a:xfrm>
          <a:prstGeom prst="rect">
            <a:avLst/>
          </a:prstGeom>
        </p:spPr>
      </p:pic>
    </p:spTree>
    <p:extLst>
      <p:ext uri="{BB962C8B-B14F-4D97-AF65-F5344CB8AC3E}">
        <p14:creationId xmlns:p14="http://schemas.microsoft.com/office/powerpoint/2010/main" val="381492474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2389717" y="612775"/>
            <a:ext cx="7315200" cy="4114800"/>
          </a:xfrm>
          <a:solidFill>
            <a:schemeClr val="bg1">
              <a:lumMod val="95000"/>
            </a:schemeClr>
          </a:solidFill>
        </p:spPr>
        <p:txBody>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pic>
        <p:nvPicPr>
          <p:cNvPr id="5" name="Picture 10" descr="APU Logo Final-medium.jpg">
            <a:extLst>
              <a:ext uri="{FF2B5EF4-FFF2-40B4-BE49-F238E27FC236}">
                <a16:creationId xmlns:a16="http://schemas.microsoft.com/office/drawing/2014/main" id="{53C3B966-D4E4-30D5-4A13-103486C2EBAD}"/>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0646230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5_Picture with Caption">
    <p:bg>
      <p:bgPr>
        <a:solidFill>
          <a:srgbClr val="001B4D"/>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solidFill>
                  <a:schemeClr val="accent5"/>
                </a:solidFill>
              </a:defRPr>
            </a:lvl1pPr>
          </a:lstStyle>
          <a:p>
            <a:r>
              <a:rPr lang="en-US" dirty="0"/>
              <a:t>Click to edit Master title style</a:t>
            </a:r>
            <a:endParaRPr lang="en-GB" dirty="0"/>
          </a:p>
        </p:txBody>
      </p:sp>
      <p:sp>
        <p:nvSpPr>
          <p:cNvPr id="3" name="Picture Placeholder 2"/>
          <p:cNvSpPr>
            <a:spLocks noGrp="1"/>
          </p:cNvSpPr>
          <p:nvPr>
            <p:ph type="pic" idx="1"/>
          </p:nvPr>
        </p:nvSpPr>
        <p:spPr>
          <a:xfrm>
            <a:off x="2389717" y="612775"/>
            <a:ext cx="7315200" cy="4114800"/>
          </a:xfrm>
          <a:solidFill>
            <a:schemeClr val="bg1">
              <a:lumMod val="95000"/>
            </a:schemeClr>
          </a:solidFill>
        </p:spPr>
        <p:txBody>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pic>
        <p:nvPicPr>
          <p:cNvPr id="5" name="Picture 4" descr="Logo, company name&#10;&#10;Description automatically generated">
            <a:extLst>
              <a:ext uri="{FF2B5EF4-FFF2-40B4-BE49-F238E27FC236}">
                <a16:creationId xmlns:a16="http://schemas.microsoft.com/office/drawing/2014/main" id="{88157A30-7FA7-829E-6D9C-4DCC0CDCA7A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2260" y="27044"/>
            <a:ext cx="977178" cy="981307"/>
          </a:xfrm>
          <a:prstGeom prst="rect">
            <a:avLst/>
          </a:prstGeom>
        </p:spPr>
      </p:pic>
    </p:spTree>
    <p:extLst>
      <p:ext uri="{BB962C8B-B14F-4D97-AF65-F5344CB8AC3E}">
        <p14:creationId xmlns:p14="http://schemas.microsoft.com/office/powerpoint/2010/main" val="5264474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Picture with Caption">
    <p:bg>
      <p:bgPr>
        <a:solidFill>
          <a:schemeClr val="bg1"/>
        </a:solidFill>
        <a:effectLst/>
      </p:bgPr>
    </p:bg>
    <p:spTree>
      <p:nvGrpSpPr>
        <p:cNvPr id="1" name=""/>
        <p:cNvGrpSpPr/>
        <p:nvPr/>
      </p:nvGrpSpPr>
      <p:grpSpPr>
        <a:xfrm>
          <a:off x="0" y="0"/>
          <a:ext cx="0" cy="0"/>
          <a:chOff x="0" y="0"/>
          <a:chExt cx="0" cy="0"/>
        </a:xfrm>
      </p:grpSpPr>
      <p:sp>
        <p:nvSpPr>
          <p:cNvPr id="5" name="Picture Placeholder 6">
            <a:extLst>
              <a:ext uri="{FF2B5EF4-FFF2-40B4-BE49-F238E27FC236}">
                <a16:creationId xmlns:a16="http://schemas.microsoft.com/office/drawing/2014/main" id="{AED5BC53-2816-4210-4970-4FC239BFDB5F}"/>
              </a:ext>
            </a:extLst>
          </p:cNvPr>
          <p:cNvSpPr>
            <a:spLocks noGrp="1"/>
          </p:cNvSpPr>
          <p:nvPr>
            <p:ph type="pic" sz="quarter" idx="10"/>
          </p:nvPr>
        </p:nvSpPr>
        <p:spPr>
          <a:xfrm>
            <a:off x="0" y="1192213"/>
            <a:ext cx="12192000" cy="2824162"/>
          </a:xfrm>
          <a:solidFill>
            <a:schemeClr val="bg1">
              <a:lumMod val="95000"/>
            </a:schemeClr>
          </a:solidFill>
        </p:spPr>
        <p:txBody>
          <a:bodyPr/>
          <a:lstStyle>
            <a:lvl1pPr>
              <a:defRPr sz="2000"/>
            </a:lvl1pPr>
          </a:lstStyle>
          <a:p>
            <a:endParaRPr lang="en-MY" dirty="0"/>
          </a:p>
        </p:txBody>
      </p:sp>
      <p:sp>
        <p:nvSpPr>
          <p:cNvPr id="2" name="Text Placeholder 3">
            <a:extLst>
              <a:ext uri="{FF2B5EF4-FFF2-40B4-BE49-F238E27FC236}">
                <a16:creationId xmlns:a16="http://schemas.microsoft.com/office/drawing/2014/main" id="{84F7A2FB-3692-7374-ECE6-3DDD8A007D21}"/>
              </a:ext>
            </a:extLst>
          </p:cNvPr>
          <p:cNvSpPr>
            <a:spLocks noGrp="1"/>
          </p:cNvSpPr>
          <p:nvPr>
            <p:ph type="body" sz="half" idx="2"/>
          </p:nvPr>
        </p:nvSpPr>
        <p:spPr>
          <a:xfrm>
            <a:off x="273377" y="4213781"/>
            <a:ext cx="11623250" cy="1958419"/>
          </a:xfrm>
        </p:spPr>
        <p:txBody>
          <a:bodyPr/>
          <a:lstStyle>
            <a:lvl1pPr marL="0" indent="0">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pic>
        <p:nvPicPr>
          <p:cNvPr id="3" name="Picture 10" descr="APU Logo Final-medium.jpg">
            <a:extLst>
              <a:ext uri="{FF2B5EF4-FFF2-40B4-BE49-F238E27FC236}">
                <a16:creationId xmlns:a16="http://schemas.microsoft.com/office/drawing/2014/main" id="{82C331B9-CEE5-20AD-DD62-DCC7F9E24364}"/>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299797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7_Picture with Caption">
    <p:bg>
      <p:bgPr>
        <a:solidFill>
          <a:srgbClr val="001B4D"/>
        </a:solidFill>
        <a:effectLst/>
      </p:bgPr>
    </p:bg>
    <p:spTree>
      <p:nvGrpSpPr>
        <p:cNvPr id="1" name=""/>
        <p:cNvGrpSpPr/>
        <p:nvPr/>
      </p:nvGrpSpPr>
      <p:grpSpPr>
        <a:xfrm>
          <a:off x="0" y="0"/>
          <a:ext cx="0" cy="0"/>
          <a:chOff x="0" y="0"/>
          <a:chExt cx="0" cy="0"/>
        </a:xfrm>
      </p:grpSpPr>
      <p:sp>
        <p:nvSpPr>
          <p:cNvPr id="5" name="Picture Placeholder 6">
            <a:extLst>
              <a:ext uri="{FF2B5EF4-FFF2-40B4-BE49-F238E27FC236}">
                <a16:creationId xmlns:a16="http://schemas.microsoft.com/office/drawing/2014/main" id="{AED5BC53-2816-4210-4970-4FC239BFDB5F}"/>
              </a:ext>
            </a:extLst>
          </p:cNvPr>
          <p:cNvSpPr>
            <a:spLocks noGrp="1"/>
          </p:cNvSpPr>
          <p:nvPr>
            <p:ph type="pic" sz="quarter" idx="10"/>
          </p:nvPr>
        </p:nvSpPr>
        <p:spPr>
          <a:xfrm>
            <a:off x="0" y="1192213"/>
            <a:ext cx="12192000" cy="2824162"/>
          </a:xfrm>
          <a:solidFill>
            <a:schemeClr val="bg1">
              <a:lumMod val="95000"/>
            </a:schemeClr>
          </a:solidFill>
        </p:spPr>
        <p:txBody>
          <a:bodyPr/>
          <a:lstStyle>
            <a:lvl1pPr>
              <a:defRPr sz="2000"/>
            </a:lvl1pPr>
          </a:lstStyle>
          <a:p>
            <a:endParaRPr lang="en-MY" dirty="0"/>
          </a:p>
        </p:txBody>
      </p:sp>
      <p:sp>
        <p:nvSpPr>
          <p:cNvPr id="2" name="Text Placeholder 3">
            <a:extLst>
              <a:ext uri="{FF2B5EF4-FFF2-40B4-BE49-F238E27FC236}">
                <a16:creationId xmlns:a16="http://schemas.microsoft.com/office/drawing/2014/main" id="{40F80C67-7C47-1046-B1B1-5649F52F2ADD}"/>
              </a:ext>
            </a:extLst>
          </p:cNvPr>
          <p:cNvSpPr>
            <a:spLocks noGrp="1"/>
          </p:cNvSpPr>
          <p:nvPr>
            <p:ph type="body" sz="half" idx="2"/>
          </p:nvPr>
        </p:nvSpPr>
        <p:spPr>
          <a:xfrm>
            <a:off x="273377" y="4213781"/>
            <a:ext cx="11623250" cy="1958419"/>
          </a:xfrm>
        </p:spPr>
        <p:txBody>
          <a:bodyPr/>
          <a:lstStyle>
            <a:lvl1pPr marL="0" indent="0">
              <a:buNone/>
              <a:defRPr sz="1400">
                <a:solidFill>
                  <a:schemeClr val="bg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pic>
        <p:nvPicPr>
          <p:cNvPr id="3" name="Picture 2" descr="Logo, company name&#10;&#10;Description automatically generated">
            <a:extLst>
              <a:ext uri="{FF2B5EF4-FFF2-40B4-BE49-F238E27FC236}">
                <a16:creationId xmlns:a16="http://schemas.microsoft.com/office/drawing/2014/main" id="{ED178921-E6EB-89FB-1721-8D340F832CB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2260" y="27044"/>
            <a:ext cx="977178" cy="981307"/>
          </a:xfrm>
          <a:prstGeom prst="rect">
            <a:avLst/>
          </a:prstGeom>
        </p:spPr>
      </p:pic>
    </p:spTree>
    <p:extLst>
      <p:ext uri="{BB962C8B-B14F-4D97-AF65-F5344CB8AC3E}">
        <p14:creationId xmlns:p14="http://schemas.microsoft.com/office/powerpoint/2010/main" val="155481814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0_Picture with Caption">
    <p:bg>
      <p:bgPr>
        <a:solidFill>
          <a:schemeClr val="bg1"/>
        </a:solidFill>
        <a:effectLst/>
      </p:bgPr>
    </p:bg>
    <p:spTree>
      <p:nvGrpSpPr>
        <p:cNvPr id="1" name=""/>
        <p:cNvGrpSpPr/>
        <p:nvPr/>
      </p:nvGrpSpPr>
      <p:grpSpPr>
        <a:xfrm>
          <a:off x="0" y="0"/>
          <a:ext cx="0" cy="0"/>
          <a:chOff x="0" y="0"/>
          <a:chExt cx="0" cy="0"/>
        </a:xfrm>
      </p:grpSpPr>
      <p:sp>
        <p:nvSpPr>
          <p:cNvPr id="2" name="Text Placeholder 3">
            <a:extLst>
              <a:ext uri="{FF2B5EF4-FFF2-40B4-BE49-F238E27FC236}">
                <a16:creationId xmlns:a16="http://schemas.microsoft.com/office/drawing/2014/main" id="{84F7A2FB-3692-7374-ECE6-3DDD8A007D21}"/>
              </a:ext>
            </a:extLst>
          </p:cNvPr>
          <p:cNvSpPr>
            <a:spLocks noGrp="1"/>
          </p:cNvSpPr>
          <p:nvPr>
            <p:ph type="body" sz="half" idx="2"/>
          </p:nvPr>
        </p:nvSpPr>
        <p:spPr>
          <a:xfrm>
            <a:off x="273377" y="1132114"/>
            <a:ext cx="11623250" cy="1654629"/>
          </a:xfrm>
        </p:spPr>
        <p:txBody>
          <a:bodyPr/>
          <a:lstStyle>
            <a:lvl1pPr marL="0" indent="0">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Picture Placeholder 13">
            <a:extLst>
              <a:ext uri="{FF2B5EF4-FFF2-40B4-BE49-F238E27FC236}">
                <a16:creationId xmlns:a16="http://schemas.microsoft.com/office/drawing/2014/main" id="{0E2C0782-CF15-D587-F209-76A369475B0A}"/>
              </a:ext>
            </a:extLst>
          </p:cNvPr>
          <p:cNvSpPr>
            <a:spLocks noGrp="1"/>
          </p:cNvSpPr>
          <p:nvPr>
            <p:ph type="pic" sz="quarter" idx="16"/>
          </p:nvPr>
        </p:nvSpPr>
        <p:spPr>
          <a:xfrm>
            <a:off x="0" y="3091543"/>
            <a:ext cx="6096000" cy="3413665"/>
          </a:xfrm>
          <a:prstGeom prst="rect">
            <a:avLst/>
          </a:prstGeom>
          <a:effectLst/>
        </p:spPr>
        <p:txBody>
          <a:bodyPr>
            <a:normAutofit/>
          </a:bodyPr>
          <a:lstStyle>
            <a:lvl1pPr marL="0" indent="0">
              <a:buNone/>
              <a:defRPr sz="2000" b="0" i="0">
                <a:ln>
                  <a:noFill/>
                </a:ln>
                <a:solidFill>
                  <a:schemeClr val="bg1">
                    <a:lumMod val="85000"/>
                  </a:schemeClr>
                </a:solidFill>
                <a:latin typeface="+mj-lt"/>
                <a:ea typeface="Poppins Light" charset="0"/>
                <a:cs typeface="Poppins Light" charset="0"/>
              </a:defRPr>
            </a:lvl1pPr>
          </a:lstStyle>
          <a:p>
            <a:endParaRPr lang="en-US" dirty="0"/>
          </a:p>
        </p:txBody>
      </p:sp>
      <p:sp>
        <p:nvSpPr>
          <p:cNvPr id="7" name="Picture Placeholder 13">
            <a:extLst>
              <a:ext uri="{FF2B5EF4-FFF2-40B4-BE49-F238E27FC236}">
                <a16:creationId xmlns:a16="http://schemas.microsoft.com/office/drawing/2014/main" id="{117C0E03-AD57-26BD-EFAD-135B4185F34C}"/>
              </a:ext>
            </a:extLst>
          </p:cNvPr>
          <p:cNvSpPr>
            <a:spLocks noGrp="1"/>
          </p:cNvSpPr>
          <p:nvPr>
            <p:ph type="pic" sz="quarter" idx="17"/>
          </p:nvPr>
        </p:nvSpPr>
        <p:spPr>
          <a:xfrm>
            <a:off x="6096000" y="3091543"/>
            <a:ext cx="6096000" cy="3413665"/>
          </a:xfrm>
          <a:prstGeom prst="rect">
            <a:avLst/>
          </a:prstGeom>
          <a:effectLst/>
        </p:spPr>
        <p:txBody>
          <a:bodyPr>
            <a:normAutofit/>
          </a:bodyPr>
          <a:lstStyle>
            <a:lvl1pPr marL="0" indent="0">
              <a:buNone/>
              <a:defRPr sz="2000" b="0" i="0">
                <a:ln>
                  <a:noFill/>
                </a:ln>
                <a:solidFill>
                  <a:schemeClr val="bg1">
                    <a:lumMod val="85000"/>
                  </a:schemeClr>
                </a:solidFill>
                <a:latin typeface="+mj-lt"/>
                <a:ea typeface="Poppins Light" charset="0"/>
                <a:cs typeface="Poppins Light" charset="0"/>
              </a:defRPr>
            </a:lvl1pPr>
          </a:lstStyle>
          <a:p>
            <a:endParaRPr lang="en-US" dirty="0"/>
          </a:p>
        </p:txBody>
      </p:sp>
      <p:pic>
        <p:nvPicPr>
          <p:cNvPr id="8" name="Picture 10" descr="APU Logo Final-medium.jpg">
            <a:extLst>
              <a:ext uri="{FF2B5EF4-FFF2-40B4-BE49-F238E27FC236}">
                <a16:creationId xmlns:a16="http://schemas.microsoft.com/office/drawing/2014/main" id="{9186F32B-2E23-EAE7-28F5-E2FCF5E3DFC4}"/>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841940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1_Picture with Caption">
    <p:bg>
      <p:bgPr>
        <a:solidFill>
          <a:srgbClr val="001B4D"/>
        </a:solidFill>
        <a:effectLst/>
      </p:bgPr>
    </p:bg>
    <p:spTree>
      <p:nvGrpSpPr>
        <p:cNvPr id="1" name=""/>
        <p:cNvGrpSpPr/>
        <p:nvPr/>
      </p:nvGrpSpPr>
      <p:grpSpPr>
        <a:xfrm>
          <a:off x="0" y="0"/>
          <a:ext cx="0" cy="0"/>
          <a:chOff x="0" y="0"/>
          <a:chExt cx="0" cy="0"/>
        </a:xfrm>
      </p:grpSpPr>
      <p:sp>
        <p:nvSpPr>
          <p:cNvPr id="2" name="Text Placeholder 3">
            <a:extLst>
              <a:ext uri="{FF2B5EF4-FFF2-40B4-BE49-F238E27FC236}">
                <a16:creationId xmlns:a16="http://schemas.microsoft.com/office/drawing/2014/main" id="{84F7A2FB-3692-7374-ECE6-3DDD8A007D21}"/>
              </a:ext>
            </a:extLst>
          </p:cNvPr>
          <p:cNvSpPr>
            <a:spLocks noGrp="1"/>
          </p:cNvSpPr>
          <p:nvPr>
            <p:ph type="body" sz="half" idx="2"/>
          </p:nvPr>
        </p:nvSpPr>
        <p:spPr>
          <a:xfrm>
            <a:off x="273377" y="1132114"/>
            <a:ext cx="11623250" cy="1654629"/>
          </a:xfrm>
        </p:spPr>
        <p:txBody>
          <a:bodyPr/>
          <a:lstStyle>
            <a:lvl1pPr marL="0" indent="0">
              <a:buNone/>
              <a:defRPr sz="1400">
                <a:solidFill>
                  <a:schemeClr val="bg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Picture Placeholder 13">
            <a:extLst>
              <a:ext uri="{FF2B5EF4-FFF2-40B4-BE49-F238E27FC236}">
                <a16:creationId xmlns:a16="http://schemas.microsoft.com/office/drawing/2014/main" id="{0E2C0782-CF15-D587-F209-76A369475B0A}"/>
              </a:ext>
            </a:extLst>
          </p:cNvPr>
          <p:cNvSpPr>
            <a:spLocks noGrp="1"/>
          </p:cNvSpPr>
          <p:nvPr>
            <p:ph type="pic" sz="quarter" idx="16"/>
          </p:nvPr>
        </p:nvSpPr>
        <p:spPr>
          <a:xfrm>
            <a:off x="0" y="3091543"/>
            <a:ext cx="6096000" cy="3413665"/>
          </a:xfrm>
          <a:prstGeom prst="rect">
            <a:avLst/>
          </a:prstGeom>
          <a:effectLst/>
        </p:spPr>
        <p:txBody>
          <a:bodyPr>
            <a:normAutofit/>
          </a:bodyPr>
          <a:lstStyle>
            <a:lvl1pPr marL="0" indent="0">
              <a:buNone/>
              <a:defRPr sz="2000" b="0" i="0">
                <a:ln>
                  <a:noFill/>
                </a:ln>
                <a:solidFill>
                  <a:schemeClr val="bg1">
                    <a:lumMod val="85000"/>
                  </a:schemeClr>
                </a:solidFill>
                <a:latin typeface="+mj-lt"/>
                <a:ea typeface="Poppins Light" charset="0"/>
                <a:cs typeface="Poppins Light" charset="0"/>
              </a:defRPr>
            </a:lvl1pPr>
          </a:lstStyle>
          <a:p>
            <a:endParaRPr lang="en-US" dirty="0"/>
          </a:p>
        </p:txBody>
      </p:sp>
      <p:sp>
        <p:nvSpPr>
          <p:cNvPr id="7" name="Picture Placeholder 13">
            <a:extLst>
              <a:ext uri="{FF2B5EF4-FFF2-40B4-BE49-F238E27FC236}">
                <a16:creationId xmlns:a16="http://schemas.microsoft.com/office/drawing/2014/main" id="{117C0E03-AD57-26BD-EFAD-135B4185F34C}"/>
              </a:ext>
            </a:extLst>
          </p:cNvPr>
          <p:cNvSpPr>
            <a:spLocks noGrp="1"/>
          </p:cNvSpPr>
          <p:nvPr>
            <p:ph type="pic" sz="quarter" idx="17"/>
          </p:nvPr>
        </p:nvSpPr>
        <p:spPr>
          <a:xfrm>
            <a:off x="6096000" y="3091543"/>
            <a:ext cx="6096000" cy="3413665"/>
          </a:xfrm>
          <a:prstGeom prst="rect">
            <a:avLst/>
          </a:prstGeom>
          <a:effectLst/>
        </p:spPr>
        <p:txBody>
          <a:bodyPr>
            <a:normAutofit/>
          </a:bodyPr>
          <a:lstStyle>
            <a:lvl1pPr marL="0" indent="0">
              <a:buNone/>
              <a:defRPr sz="2000" b="0" i="0">
                <a:ln>
                  <a:noFill/>
                </a:ln>
                <a:solidFill>
                  <a:schemeClr val="bg1">
                    <a:lumMod val="85000"/>
                  </a:schemeClr>
                </a:solidFill>
                <a:latin typeface="+mj-lt"/>
                <a:ea typeface="Poppins Light" charset="0"/>
                <a:cs typeface="Poppins Light" charset="0"/>
              </a:defRPr>
            </a:lvl1pPr>
          </a:lstStyle>
          <a:p>
            <a:endParaRPr lang="en-US" dirty="0"/>
          </a:p>
        </p:txBody>
      </p:sp>
      <p:pic>
        <p:nvPicPr>
          <p:cNvPr id="3" name="Picture 2" descr="Logo, company name&#10;&#10;Description automatically generated">
            <a:extLst>
              <a:ext uri="{FF2B5EF4-FFF2-40B4-BE49-F238E27FC236}">
                <a16:creationId xmlns:a16="http://schemas.microsoft.com/office/drawing/2014/main" id="{10178BF3-0C44-7F6F-9A93-FAD4F3ED2C4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2260" y="27044"/>
            <a:ext cx="977178" cy="981307"/>
          </a:xfrm>
          <a:prstGeom prst="rect">
            <a:avLst/>
          </a:prstGeom>
        </p:spPr>
      </p:pic>
    </p:spTree>
    <p:extLst>
      <p:ext uri="{BB962C8B-B14F-4D97-AF65-F5344CB8AC3E}">
        <p14:creationId xmlns:p14="http://schemas.microsoft.com/office/powerpoint/2010/main" val="30652495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6_Picture with Caption">
    <p:bg>
      <p:bgPr>
        <a:solidFill>
          <a:schemeClr val="bg1"/>
        </a:solidFill>
        <a:effectLst/>
      </p:bgPr>
    </p:bg>
    <p:spTree>
      <p:nvGrpSpPr>
        <p:cNvPr id="1" name=""/>
        <p:cNvGrpSpPr/>
        <p:nvPr/>
      </p:nvGrpSpPr>
      <p:grpSpPr>
        <a:xfrm>
          <a:off x="0" y="0"/>
          <a:ext cx="0" cy="0"/>
          <a:chOff x="0" y="0"/>
          <a:chExt cx="0" cy="0"/>
        </a:xfrm>
      </p:grpSpPr>
      <p:sp>
        <p:nvSpPr>
          <p:cNvPr id="13" name="Picture Placeholder 2">
            <a:extLst>
              <a:ext uri="{FF2B5EF4-FFF2-40B4-BE49-F238E27FC236}">
                <a16:creationId xmlns:a16="http://schemas.microsoft.com/office/drawing/2014/main" id="{90AFE7E0-13D0-FC56-5802-BC4E161A01B7}"/>
              </a:ext>
            </a:extLst>
          </p:cNvPr>
          <p:cNvSpPr>
            <a:spLocks noGrp="1"/>
          </p:cNvSpPr>
          <p:nvPr>
            <p:ph type="pic" sz="quarter" idx="10"/>
          </p:nvPr>
        </p:nvSpPr>
        <p:spPr>
          <a:xfrm>
            <a:off x="622300" y="1600200"/>
            <a:ext cx="1828801" cy="1828800"/>
          </a:xfrm>
          <a:solidFill>
            <a:schemeClr val="bg1">
              <a:lumMod val="95000"/>
            </a:schemeClr>
          </a:solidFill>
        </p:spPr>
        <p:txBody>
          <a:bodyPr/>
          <a:lstStyle>
            <a:lvl1pPr>
              <a:defRPr sz="1500"/>
            </a:lvl1pPr>
          </a:lstStyle>
          <a:p>
            <a:endParaRPr lang="en-US"/>
          </a:p>
        </p:txBody>
      </p:sp>
      <p:sp>
        <p:nvSpPr>
          <p:cNvPr id="14" name="Picture Placeholder 2">
            <a:extLst>
              <a:ext uri="{FF2B5EF4-FFF2-40B4-BE49-F238E27FC236}">
                <a16:creationId xmlns:a16="http://schemas.microsoft.com/office/drawing/2014/main" id="{85E21580-F245-B670-F787-BF63FAB4B46D}"/>
              </a:ext>
            </a:extLst>
          </p:cNvPr>
          <p:cNvSpPr>
            <a:spLocks noGrp="1"/>
          </p:cNvSpPr>
          <p:nvPr>
            <p:ph type="pic" sz="quarter" idx="11"/>
          </p:nvPr>
        </p:nvSpPr>
        <p:spPr>
          <a:xfrm>
            <a:off x="2890838" y="1600200"/>
            <a:ext cx="1828801" cy="1828800"/>
          </a:xfrm>
          <a:solidFill>
            <a:schemeClr val="bg1">
              <a:lumMod val="95000"/>
            </a:schemeClr>
          </a:solidFill>
        </p:spPr>
        <p:txBody>
          <a:bodyPr/>
          <a:lstStyle>
            <a:lvl1pPr>
              <a:defRPr sz="1500"/>
            </a:lvl1pPr>
          </a:lstStyle>
          <a:p>
            <a:endParaRPr lang="en-US"/>
          </a:p>
        </p:txBody>
      </p:sp>
      <p:sp>
        <p:nvSpPr>
          <p:cNvPr id="15" name="Picture Placeholder 2">
            <a:extLst>
              <a:ext uri="{FF2B5EF4-FFF2-40B4-BE49-F238E27FC236}">
                <a16:creationId xmlns:a16="http://schemas.microsoft.com/office/drawing/2014/main" id="{7B93E3A1-F86B-5848-E0D8-9B910D2CF8DA}"/>
              </a:ext>
            </a:extLst>
          </p:cNvPr>
          <p:cNvSpPr>
            <a:spLocks noGrp="1"/>
          </p:cNvSpPr>
          <p:nvPr>
            <p:ph type="pic" sz="quarter" idx="12"/>
          </p:nvPr>
        </p:nvSpPr>
        <p:spPr>
          <a:xfrm>
            <a:off x="5159376" y="1600200"/>
            <a:ext cx="1828801" cy="1828800"/>
          </a:xfrm>
          <a:solidFill>
            <a:schemeClr val="bg1">
              <a:lumMod val="95000"/>
            </a:schemeClr>
          </a:solidFill>
        </p:spPr>
        <p:txBody>
          <a:bodyPr/>
          <a:lstStyle>
            <a:lvl1pPr>
              <a:defRPr sz="1500"/>
            </a:lvl1pPr>
          </a:lstStyle>
          <a:p>
            <a:endParaRPr lang="en-US"/>
          </a:p>
        </p:txBody>
      </p:sp>
      <p:sp>
        <p:nvSpPr>
          <p:cNvPr id="16" name="Picture Placeholder 2">
            <a:extLst>
              <a:ext uri="{FF2B5EF4-FFF2-40B4-BE49-F238E27FC236}">
                <a16:creationId xmlns:a16="http://schemas.microsoft.com/office/drawing/2014/main" id="{E1A60634-D380-05B9-A200-4BC09F63215A}"/>
              </a:ext>
            </a:extLst>
          </p:cNvPr>
          <p:cNvSpPr>
            <a:spLocks noGrp="1"/>
          </p:cNvSpPr>
          <p:nvPr>
            <p:ph type="pic" sz="quarter" idx="13"/>
          </p:nvPr>
        </p:nvSpPr>
        <p:spPr>
          <a:xfrm>
            <a:off x="7427914" y="1600200"/>
            <a:ext cx="1828801" cy="1828800"/>
          </a:xfrm>
          <a:solidFill>
            <a:schemeClr val="bg1">
              <a:lumMod val="95000"/>
            </a:schemeClr>
          </a:solidFill>
        </p:spPr>
        <p:txBody>
          <a:bodyPr/>
          <a:lstStyle>
            <a:lvl1pPr>
              <a:defRPr sz="1500"/>
            </a:lvl1pPr>
          </a:lstStyle>
          <a:p>
            <a:endParaRPr lang="en-US" dirty="0"/>
          </a:p>
        </p:txBody>
      </p:sp>
      <p:sp>
        <p:nvSpPr>
          <p:cNvPr id="17" name="Picture Placeholder 2">
            <a:extLst>
              <a:ext uri="{FF2B5EF4-FFF2-40B4-BE49-F238E27FC236}">
                <a16:creationId xmlns:a16="http://schemas.microsoft.com/office/drawing/2014/main" id="{FB27992A-9435-FF68-91D5-AB177C86FC73}"/>
              </a:ext>
            </a:extLst>
          </p:cNvPr>
          <p:cNvSpPr>
            <a:spLocks noGrp="1"/>
          </p:cNvSpPr>
          <p:nvPr>
            <p:ph type="pic" sz="quarter" idx="14"/>
          </p:nvPr>
        </p:nvSpPr>
        <p:spPr>
          <a:xfrm>
            <a:off x="9696452" y="1600200"/>
            <a:ext cx="1828801" cy="1828800"/>
          </a:xfrm>
          <a:solidFill>
            <a:schemeClr val="bg1">
              <a:lumMod val="95000"/>
            </a:schemeClr>
          </a:solidFill>
        </p:spPr>
        <p:txBody>
          <a:bodyPr/>
          <a:lstStyle>
            <a:lvl1pPr>
              <a:defRPr sz="1500"/>
            </a:lvl1pPr>
          </a:lstStyle>
          <a:p>
            <a:endParaRPr lang="en-US"/>
          </a:p>
        </p:txBody>
      </p:sp>
      <p:sp>
        <p:nvSpPr>
          <p:cNvPr id="23" name="Picture Placeholder 2">
            <a:extLst>
              <a:ext uri="{FF2B5EF4-FFF2-40B4-BE49-F238E27FC236}">
                <a16:creationId xmlns:a16="http://schemas.microsoft.com/office/drawing/2014/main" id="{F1E11ABA-2F6F-AD00-6622-96402AE8B6A8}"/>
              </a:ext>
            </a:extLst>
          </p:cNvPr>
          <p:cNvSpPr>
            <a:spLocks noGrp="1"/>
          </p:cNvSpPr>
          <p:nvPr>
            <p:ph type="pic" sz="quarter" idx="15"/>
          </p:nvPr>
        </p:nvSpPr>
        <p:spPr>
          <a:xfrm>
            <a:off x="622300" y="3752850"/>
            <a:ext cx="1828801" cy="1828800"/>
          </a:xfrm>
          <a:solidFill>
            <a:schemeClr val="bg1">
              <a:lumMod val="95000"/>
            </a:schemeClr>
          </a:solidFill>
        </p:spPr>
        <p:txBody>
          <a:bodyPr/>
          <a:lstStyle>
            <a:lvl1pPr>
              <a:defRPr sz="1500"/>
            </a:lvl1pPr>
          </a:lstStyle>
          <a:p>
            <a:endParaRPr lang="en-US"/>
          </a:p>
        </p:txBody>
      </p:sp>
      <p:sp>
        <p:nvSpPr>
          <p:cNvPr id="24" name="Picture Placeholder 2">
            <a:extLst>
              <a:ext uri="{FF2B5EF4-FFF2-40B4-BE49-F238E27FC236}">
                <a16:creationId xmlns:a16="http://schemas.microsoft.com/office/drawing/2014/main" id="{E9A3798F-F75E-B413-49AE-B6F4D96322FF}"/>
              </a:ext>
            </a:extLst>
          </p:cNvPr>
          <p:cNvSpPr>
            <a:spLocks noGrp="1"/>
          </p:cNvSpPr>
          <p:nvPr>
            <p:ph type="pic" sz="quarter" idx="16"/>
          </p:nvPr>
        </p:nvSpPr>
        <p:spPr>
          <a:xfrm>
            <a:off x="2890838" y="3752850"/>
            <a:ext cx="1828801" cy="1828800"/>
          </a:xfrm>
          <a:solidFill>
            <a:schemeClr val="bg1">
              <a:lumMod val="95000"/>
            </a:schemeClr>
          </a:solidFill>
        </p:spPr>
        <p:txBody>
          <a:bodyPr/>
          <a:lstStyle>
            <a:lvl1pPr>
              <a:defRPr sz="1500"/>
            </a:lvl1pPr>
          </a:lstStyle>
          <a:p>
            <a:endParaRPr lang="en-US"/>
          </a:p>
        </p:txBody>
      </p:sp>
      <p:sp>
        <p:nvSpPr>
          <p:cNvPr id="25" name="Picture Placeholder 2">
            <a:extLst>
              <a:ext uri="{FF2B5EF4-FFF2-40B4-BE49-F238E27FC236}">
                <a16:creationId xmlns:a16="http://schemas.microsoft.com/office/drawing/2014/main" id="{614A16FD-3307-D7FB-6483-52A5C31098D0}"/>
              </a:ext>
            </a:extLst>
          </p:cNvPr>
          <p:cNvSpPr>
            <a:spLocks noGrp="1"/>
          </p:cNvSpPr>
          <p:nvPr>
            <p:ph type="pic" sz="quarter" idx="17"/>
          </p:nvPr>
        </p:nvSpPr>
        <p:spPr>
          <a:xfrm>
            <a:off x="5159376" y="3752850"/>
            <a:ext cx="1828801" cy="1828800"/>
          </a:xfrm>
          <a:solidFill>
            <a:schemeClr val="bg1">
              <a:lumMod val="95000"/>
            </a:schemeClr>
          </a:solidFill>
        </p:spPr>
        <p:txBody>
          <a:bodyPr/>
          <a:lstStyle>
            <a:lvl1pPr>
              <a:defRPr sz="1500"/>
            </a:lvl1pPr>
          </a:lstStyle>
          <a:p>
            <a:endParaRPr lang="en-US"/>
          </a:p>
        </p:txBody>
      </p:sp>
      <p:sp>
        <p:nvSpPr>
          <p:cNvPr id="26" name="Picture Placeholder 2">
            <a:extLst>
              <a:ext uri="{FF2B5EF4-FFF2-40B4-BE49-F238E27FC236}">
                <a16:creationId xmlns:a16="http://schemas.microsoft.com/office/drawing/2014/main" id="{EEA5B065-0239-646D-0C09-0596844EF55C}"/>
              </a:ext>
            </a:extLst>
          </p:cNvPr>
          <p:cNvSpPr>
            <a:spLocks noGrp="1"/>
          </p:cNvSpPr>
          <p:nvPr>
            <p:ph type="pic" sz="quarter" idx="18"/>
          </p:nvPr>
        </p:nvSpPr>
        <p:spPr>
          <a:xfrm>
            <a:off x="7427914" y="3752850"/>
            <a:ext cx="1828801" cy="1828800"/>
          </a:xfrm>
          <a:solidFill>
            <a:schemeClr val="bg1">
              <a:lumMod val="95000"/>
            </a:schemeClr>
          </a:solidFill>
        </p:spPr>
        <p:txBody>
          <a:bodyPr/>
          <a:lstStyle>
            <a:lvl1pPr>
              <a:defRPr sz="1500"/>
            </a:lvl1pPr>
          </a:lstStyle>
          <a:p>
            <a:endParaRPr lang="en-US"/>
          </a:p>
        </p:txBody>
      </p:sp>
      <p:sp>
        <p:nvSpPr>
          <p:cNvPr id="27" name="Picture Placeholder 2">
            <a:extLst>
              <a:ext uri="{FF2B5EF4-FFF2-40B4-BE49-F238E27FC236}">
                <a16:creationId xmlns:a16="http://schemas.microsoft.com/office/drawing/2014/main" id="{9972B1E5-9F94-B5C2-796B-D18122CA922A}"/>
              </a:ext>
            </a:extLst>
          </p:cNvPr>
          <p:cNvSpPr>
            <a:spLocks noGrp="1"/>
          </p:cNvSpPr>
          <p:nvPr>
            <p:ph type="pic" sz="quarter" idx="19"/>
          </p:nvPr>
        </p:nvSpPr>
        <p:spPr>
          <a:xfrm>
            <a:off x="9696452" y="3752850"/>
            <a:ext cx="1828801" cy="1828800"/>
          </a:xfrm>
          <a:solidFill>
            <a:schemeClr val="bg1">
              <a:lumMod val="95000"/>
            </a:schemeClr>
          </a:solidFill>
        </p:spPr>
        <p:txBody>
          <a:bodyPr/>
          <a:lstStyle>
            <a:lvl1pPr>
              <a:defRPr sz="1500"/>
            </a:lvl1pPr>
          </a:lstStyle>
          <a:p>
            <a:endParaRPr lang="en-US"/>
          </a:p>
        </p:txBody>
      </p:sp>
      <p:pic>
        <p:nvPicPr>
          <p:cNvPr id="2" name="Picture 10" descr="APU Logo Final-medium.jpg">
            <a:extLst>
              <a:ext uri="{FF2B5EF4-FFF2-40B4-BE49-F238E27FC236}">
                <a16:creationId xmlns:a16="http://schemas.microsoft.com/office/drawing/2014/main" id="{60D7C342-4D59-30CD-6ECC-0731D5E44748}"/>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6">
            <a:extLst>
              <a:ext uri="{FF2B5EF4-FFF2-40B4-BE49-F238E27FC236}">
                <a16:creationId xmlns:a16="http://schemas.microsoft.com/office/drawing/2014/main" id="{C6F56718-5153-BA4C-1652-9EFB47DA6CB5}"/>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tx2"/>
                </a:solidFill>
              </a:defRPr>
            </a:lvl1pPr>
          </a:lstStyle>
          <a:p>
            <a:pPr lvl="0"/>
            <a:r>
              <a:rPr lang="en-GB" altLang="en-US" dirty="0"/>
              <a:t>Click to edit Master title style</a:t>
            </a:r>
          </a:p>
        </p:txBody>
      </p:sp>
    </p:spTree>
    <p:extLst>
      <p:ext uri="{BB962C8B-B14F-4D97-AF65-F5344CB8AC3E}">
        <p14:creationId xmlns:p14="http://schemas.microsoft.com/office/powerpoint/2010/main" val="106757782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_Picture with Caption">
    <p:bg>
      <p:bgPr>
        <a:solidFill>
          <a:srgbClr val="001B4D"/>
        </a:solidFill>
        <a:effectLst/>
      </p:bgPr>
    </p:bg>
    <p:spTree>
      <p:nvGrpSpPr>
        <p:cNvPr id="1" name=""/>
        <p:cNvGrpSpPr/>
        <p:nvPr/>
      </p:nvGrpSpPr>
      <p:grpSpPr>
        <a:xfrm>
          <a:off x="0" y="0"/>
          <a:ext cx="0" cy="0"/>
          <a:chOff x="0" y="0"/>
          <a:chExt cx="0" cy="0"/>
        </a:xfrm>
      </p:grpSpPr>
      <p:sp>
        <p:nvSpPr>
          <p:cNvPr id="13" name="Picture Placeholder 2">
            <a:extLst>
              <a:ext uri="{FF2B5EF4-FFF2-40B4-BE49-F238E27FC236}">
                <a16:creationId xmlns:a16="http://schemas.microsoft.com/office/drawing/2014/main" id="{90AFE7E0-13D0-FC56-5802-BC4E161A01B7}"/>
              </a:ext>
            </a:extLst>
          </p:cNvPr>
          <p:cNvSpPr>
            <a:spLocks noGrp="1"/>
          </p:cNvSpPr>
          <p:nvPr>
            <p:ph type="pic" sz="quarter" idx="10"/>
          </p:nvPr>
        </p:nvSpPr>
        <p:spPr>
          <a:xfrm>
            <a:off x="622300" y="1600200"/>
            <a:ext cx="1828801" cy="1828800"/>
          </a:xfrm>
          <a:solidFill>
            <a:schemeClr val="bg1">
              <a:lumMod val="95000"/>
            </a:schemeClr>
          </a:solidFill>
        </p:spPr>
        <p:txBody>
          <a:bodyPr/>
          <a:lstStyle>
            <a:lvl1pPr>
              <a:defRPr sz="1500"/>
            </a:lvl1pPr>
          </a:lstStyle>
          <a:p>
            <a:endParaRPr lang="en-US"/>
          </a:p>
        </p:txBody>
      </p:sp>
      <p:sp>
        <p:nvSpPr>
          <p:cNvPr id="14" name="Picture Placeholder 2">
            <a:extLst>
              <a:ext uri="{FF2B5EF4-FFF2-40B4-BE49-F238E27FC236}">
                <a16:creationId xmlns:a16="http://schemas.microsoft.com/office/drawing/2014/main" id="{85E21580-F245-B670-F787-BF63FAB4B46D}"/>
              </a:ext>
            </a:extLst>
          </p:cNvPr>
          <p:cNvSpPr>
            <a:spLocks noGrp="1"/>
          </p:cNvSpPr>
          <p:nvPr>
            <p:ph type="pic" sz="quarter" idx="11"/>
          </p:nvPr>
        </p:nvSpPr>
        <p:spPr>
          <a:xfrm>
            <a:off x="2890838" y="1600200"/>
            <a:ext cx="1828801" cy="1828800"/>
          </a:xfrm>
          <a:solidFill>
            <a:schemeClr val="bg1">
              <a:lumMod val="95000"/>
            </a:schemeClr>
          </a:solidFill>
        </p:spPr>
        <p:txBody>
          <a:bodyPr/>
          <a:lstStyle>
            <a:lvl1pPr>
              <a:defRPr sz="1500"/>
            </a:lvl1pPr>
          </a:lstStyle>
          <a:p>
            <a:endParaRPr lang="en-US"/>
          </a:p>
        </p:txBody>
      </p:sp>
      <p:sp>
        <p:nvSpPr>
          <p:cNvPr id="15" name="Picture Placeholder 2">
            <a:extLst>
              <a:ext uri="{FF2B5EF4-FFF2-40B4-BE49-F238E27FC236}">
                <a16:creationId xmlns:a16="http://schemas.microsoft.com/office/drawing/2014/main" id="{7B93E3A1-F86B-5848-E0D8-9B910D2CF8DA}"/>
              </a:ext>
            </a:extLst>
          </p:cNvPr>
          <p:cNvSpPr>
            <a:spLocks noGrp="1"/>
          </p:cNvSpPr>
          <p:nvPr>
            <p:ph type="pic" sz="quarter" idx="12"/>
          </p:nvPr>
        </p:nvSpPr>
        <p:spPr>
          <a:xfrm>
            <a:off x="5159376" y="1600200"/>
            <a:ext cx="1828801" cy="1828800"/>
          </a:xfrm>
          <a:solidFill>
            <a:schemeClr val="bg1">
              <a:lumMod val="95000"/>
            </a:schemeClr>
          </a:solidFill>
        </p:spPr>
        <p:txBody>
          <a:bodyPr/>
          <a:lstStyle>
            <a:lvl1pPr>
              <a:defRPr sz="1500"/>
            </a:lvl1pPr>
          </a:lstStyle>
          <a:p>
            <a:endParaRPr lang="en-US"/>
          </a:p>
        </p:txBody>
      </p:sp>
      <p:sp>
        <p:nvSpPr>
          <p:cNvPr id="16" name="Picture Placeholder 2">
            <a:extLst>
              <a:ext uri="{FF2B5EF4-FFF2-40B4-BE49-F238E27FC236}">
                <a16:creationId xmlns:a16="http://schemas.microsoft.com/office/drawing/2014/main" id="{E1A60634-D380-05B9-A200-4BC09F63215A}"/>
              </a:ext>
            </a:extLst>
          </p:cNvPr>
          <p:cNvSpPr>
            <a:spLocks noGrp="1"/>
          </p:cNvSpPr>
          <p:nvPr>
            <p:ph type="pic" sz="quarter" idx="13"/>
          </p:nvPr>
        </p:nvSpPr>
        <p:spPr>
          <a:xfrm>
            <a:off x="7427914" y="1600200"/>
            <a:ext cx="1828801" cy="1828800"/>
          </a:xfrm>
          <a:solidFill>
            <a:schemeClr val="bg1">
              <a:lumMod val="95000"/>
            </a:schemeClr>
          </a:solidFill>
        </p:spPr>
        <p:txBody>
          <a:bodyPr/>
          <a:lstStyle>
            <a:lvl1pPr>
              <a:defRPr sz="1500"/>
            </a:lvl1pPr>
          </a:lstStyle>
          <a:p>
            <a:endParaRPr lang="en-US" dirty="0"/>
          </a:p>
        </p:txBody>
      </p:sp>
      <p:sp>
        <p:nvSpPr>
          <p:cNvPr id="17" name="Picture Placeholder 2">
            <a:extLst>
              <a:ext uri="{FF2B5EF4-FFF2-40B4-BE49-F238E27FC236}">
                <a16:creationId xmlns:a16="http://schemas.microsoft.com/office/drawing/2014/main" id="{FB27992A-9435-FF68-91D5-AB177C86FC73}"/>
              </a:ext>
            </a:extLst>
          </p:cNvPr>
          <p:cNvSpPr>
            <a:spLocks noGrp="1"/>
          </p:cNvSpPr>
          <p:nvPr>
            <p:ph type="pic" sz="quarter" idx="14"/>
          </p:nvPr>
        </p:nvSpPr>
        <p:spPr>
          <a:xfrm>
            <a:off x="9696452" y="1600200"/>
            <a:ext cx="1828801" cy="1828800"/>
          </a:xfrm>
          <a:solidFill>
            <a:schemeClr val="bg1">
              <a:lumMod val="95000"/>
            </a:schemeClr>
          </a:solidFill>
        </p:spPr>
        <p:txBody>
          <a:bodyPr/>
          <a:lstStyle>
            <a:lvl1pPr>
              <a:defRPr sz="1500"/>
            </a:lvl1pPr>
          </a:lstStyle>
          <a:p>
            <a:endParaRPr lang="en-US"/>
          </a:p>
        </p:txBody>
      </p:sp>
      <p:sp>
        <p:nvSpPr>
          <p:cNvPr id="23" name="Picture Placeholder 2">
            <a:extLst>
              <a:ext uri="{FF2B5EF4-FFF2-40B4-BE49-F238E27FC236}">
                <a16:creationId xmlns:a16="http://schemas.microsoft.com/office/drawing/2014/main" id="{F1E11ABA-2F6F-AD00-6622-96402AE8B6A8}"/>
              </a:ext>
            </a:extLst>
          </p:cNvPr>
          <p:cNvSpPr>
            <a:spLocks noGrp="1"/>
          </p:cNvSpPr>
          <p:nvPr>
            <p:ph type="pic" sz="quarter" idx="15"/>
          </p:nvPr>
        </p:nvSpPr>
        <p:spPr>
          <a:xfrm>
            <a:off x="622300" y="3752850"/>
            <a:ext cx="1828801" cy="1828800"/>
          </a:xfrm>
          <a:solidFill>
            <a:schemeClr val="bg1">
              <a:lumMod val="95000"/>
            </a:schemeClr>
          </a:solidFill>
        </p:spPr>
        <p:txBody>
          <a:bodyPr/>
          <a:lstStyle>
            <a:lvl1pPr>
              <a:defRPr sz="1500"/>
            </a:lvl1pPr>
          </a:lstStyle>
          <a:p>
            <a:endParaRPr lang="en-US"/>
          </a:p>
        </p:txBody>
      </p:sp>
      <p:sp>
        <p:nvSpPr>
          <p:cNvPr id="24" name="Picture Placeholder 2">
            <a:extLst>
              <a:ext uri="{FF2B5EF4-FFF2-40B4-BE49-F238E27FC236}">
                <a16:creationId xmlns:a16="http://schemas.microsoft.com/office/drawing/2014/main" id="{E9A3798F-F75E-B413-49AE-B6F4D96322FF}"/>
              </a:ext>
            </a:extLst>
          </p:cNvPr>
          <p:cNvSpPr>
            <a:spLocks noGrp="1"/>
          </p:cNvSpPr>
          <p:nvPr>
            <p:ph type="pic" sz="quarter" idx="16"/>
          </p:nvPr>
        </p:nvSpPr>
        <p:spPr>
          <a:xfrm>
            <a:off x="2890838" y="3752850"/>
            <a:ext cx="1828801" cy="1828800"/>
          </a:xfrm>
          <a:solidFill>
            <a:schemeClr val="bg1">
              <a:lumMod val="95000"/>
            </a:schemeClr>
          </a:solidFill>
        </p:spPr>
        <p:txBody>
          <a:bodyPr/>
          <a:lstStyle>
            <a:lvl1pPr>
              <a:defRPr sz="1500"/>
            </a:lvl1pPr>
          </a:lstStyle>
          <a:p>
            <a:endParaRPr lang="en-US"/>
          </a:p>
        </p:txBody>
      </p:sp>
      <p:sp>
        <p:nvSpPr>
          <p:cNvPr id="25" name="Picture Placeholder 2">
            <a:extLst>
              <a:ext uri="{FF2B5EF4-FFF2-40B4-BE49-F238E27FC236}">
                <a16:creationId xmlns:a16="http://schemas.microsoft.com/office/drawing/2014/main" id="{614A16FD-3307-D7FB-6483-52A5C31098D0}"/>
              </a:ext>
            </a:extLst>
          </p:cNvPr>
          <p:cNvSpPr>
            <a:spLocks noGrp="1"/>
          </p:cNvSpPr>
          <p:nvPr>
            <p:ph type="pic" sz="quarter" idx="17"/>
          </p:nvPr>
        </p:nvSpPr>
        <p:spPr>
          <a:xfrm>
            <a:off x="5159376" y="3752850"/>
            <a:ext cx="1828801" cy="1828800"/>
          </a:xfrm>
          <a:solidFill>
            <a:schemeClr val="bg1">
              <a:lumMod val="95000"/>
            </a:schemeClr>
          </a:solidFill>
        </p:spPr>
        <p:txBody>
          <a:bodyPr/>
          <a:lstStyle>
            <a:lvl1pPr>
              <a:defRPr sz="1500"/>
            </a:lvl1pPr>
          </a:lstStyle>
          <a:p>
            <a:endParaRPr lang="en-US"/>
          </a:p>
        </p:txBody>
      </p:sp>
      <p:sp>
        <p:nvSpPr>
          <p:cNvPr id="26" name="Picture Placeholder 2">
            <a:extLst>
              <a:ext uri="{FF2B5EF4-FFF2-40B4-BE49-F238E27FC236}">
                <a16:creationId xmlns:a16="http://schemas.microsoft.com/office/drawing/2014/main" id="{EEA5B065-0239-646D-0C09-0596844EF55C}"/>
              </a:ext>
            </a:extLst>
          </p:cNvPr>
          <p:cNvSpPr>
            <a:spLocks noGrp="1"/>
          </p:cNvSpPr>
          <p:nvPr>
            <p:ph type="pic" sz="quarter" idx="18"/>
          </p:nvPr>
        </p:nvSpPr>
        <p:spPr>
          <a:xfrm>
            <a:off x="7427914" y="3752850"/>
            <a:ext cx="1828801" cy="1828800"/>
          </a:xfrm>
          <a:solidFill>
            <a:schemeClr val="bg1">
              <a:lumMod val="95000"/>
            </a:schemeClr>
          </a:solidFill>
        </p:spPr>
        <p:txBody>
          <a:bodyPr/>
          <a:lstStyle>
            <a:lvl1pPr>
              <a:defRPr sz="1500"/>
            </a:lvl1pPr>
          </a:lstStyle>
          <a:p>
            <a:endParaRPr lang="en-US"/>
          </a:p>
        </p:txBody>
      </p:sp>
      <p:sp>
        <p:nvSpPr>
          <p:cNvPr id="27" name="Picture Placeholder 2">
            <a:extLst>
              <a:ext uri="{FF2B5EF4-FFF2-40B4-BE49-F238E27FC236}">
                <a16:creationId xmlns:a16="http://schemas.microsoft.com/office/drawing/2014/main" id="{9972B1E5-9F94-B5C2-796B-D18122CA922A}"/>
              </a:ext>
            </a:extLst>
          </p:cNvPr>
          <p:cNvSpPr>
            <a:spLocks noGrp="1"/>
          </p:cNvSpPr>
          <p:nvPr>
            <p:ph type="pic" sz="quarter" idx="19"/>
          </p:nvPr>
        </p:nvSpPr>
        <p:spPr>
          <a:xfrm>
            <a:off x="9696452" y="3752850"/>
            <a:ext cx="1828801" cy="1828800"/>
          </a:xfrm>
          <a:solidFill>
            <a:schemeClr val="bg1">
              <a:lumMod val="95000"/>
            </a:schemeClr>
          </a:solidFill>
        </p:spPr>
        <p:txBody>
          <a:bodyPr/>
          <a:lstStyle>
            <a:lvl1pPr>
              <a:defRPr sz="1500"/>
            </a:lvl1pPr>
          </a:lstStyle>
          <a:p>
            <a:endParaRPr lang="en-US"/>
          </a:p>
        </p:txBody>
      </p:sp>
      <p:pic>
        <p:nvPicPr>
          <p:cNvPr id="2" name="Picture 1" descr="Logo, company name&#10;&#10;Description automatically generated">
            <a:extLst>
              <a:ext uri="{FF2B5EF4-FFF2-40B4-BE49-F238E27FC236}">
                <a16:creationId xmlns:a16="http://schemas.microsoft.com/office/drawing/2014/main" id="{6E97445D-AA3E-4FF1-5C3D-A2CF07C45D6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17943" y="27044"/>
            <a:ext cx="1045812" cy="981307"/>
          </a:xfrm>
          <a:prstGeom prst="rect">
            <a:avLst/>
          </a:prstGeom>
        </p:spPr>
      </p:pic>
      <p:sp>
        <p:nvSpPr>
          <p:cNvPr id="3" name="Rectangle 6">
            <a:extLst>
              <a:ext uri="{FF2B5EF4-FFF2-40B4-BE49-F238E27FC236}">
                <a16:creationId xmlns:a16="http://schemas.microsoft.com/office/drawing/2014/main" id="{D4643407-354C-EF13-0031-A2AB96E23A43}"/>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GB" altLang="en-US" dirty="0"/>
              <a:t>Click to edit Master title style</a:t>
            </a:r>
          </a:p>
        </p:txBody>
      </p:sp>
    </p:spTree>
    <p:extLst>
      <p:ext uri="{BB962C8B-B14F-4D97-AF65-F5344CB8AC3E}">
        <p14:creationId xmlns:p14="http://schemas.microsoft.com/office/powerpoint/2010/main" val="380099642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Picture with Caption">
    <p:bg>
      <p:bgPr>
        <a:solidFill>
          <a:schemeClr val="bg1"/>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8A580153-B4CE-E166-7ACE-F92FEF0DCEF8}"/>
              </a:ext>
            </a:extLst>
          </p:cNvPr>
          <p:cNvSpPr>
            <a:spLocks noGrp="1"/>
          </p:cNvSpPr>
          <p:nvPr>
            <p:ph idx="1"/>
          </p:nvPr>
        </p:nvSpPr>
        <p:spPr>
          <a:xfrm>
            <a:off x="254000" y="1206631"/>
            <a:ext cx="5842000" cy="5016369"/>
          </a:xfrm>
          <a:solidFill>
            <a:schemeClr val="bg1">
              <a:lumMod val="95000"/>
            </a:schemeClr>
          </a:solidFill>
        </p:spPr>
        <p:txBody>
          <a:bodyPr/>
          <a:lstStyle>
            <a:lvl1pPr>
              <a:defRPr>
                <a:solidFill>
                  <a:schemeClr val="tx2"/>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5" name="Picture 10" descr="APU Logo Final-medium.jpg">
            <a:extLst>
              <a:ext uri="{FF2B5EF4-FFF2-40B4-BE49-F238E27FC236}">
                <a16:creationId xmlns:a16="http://schemas.microsoft.com/office/drawing/2014/main" id="{1CD8D465-41A1-E0A8-A8B4-C64FB4642DA6}"/>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Picture Placeholder 13">
            <a:extLst>
              <a:ext uri="{FF2B5EF4-FFF2-40B4-BE49-F238E27FC236}">
                <a16:creationId xmlns:a16="http://schemas.microsoft.com/office/drawing/2014/main" id="{8F4BC8B8-56DE-CC45-EB9C-7BE8295CB9FF}"/>
              </a:ext>
            </a:extLst>
          </p:cNvPr>
          <p:cNvSpPr>
            <a:spLocks noGrp="1"/>
          </p:cNvSpPr>
          <p:nvPr>
            <p:ph type="pic" sz="quarter" idx="13"/>
          </p:nvPr>
        </p:nvSpPr>
        <p:spPr>
          <a:xfrm>
            <a:off x="6408564" y="1"/>
            <a:ext cx="5783436" cy="6223000"/>
          </a:xfrm>
          <a:prstGeom prst="rect">
            <a:avLst/>
          </a:prstGeom>
          <a:solidFill>
            <a:schemeClr val="bg1">
              <a:lumMod val="95000"/>
            </a:schemeClr>
          </a:solidFill>
          <a:effectLst/>
        </p:spPr>
        <p:txBody>
          <a:bodyPr>
            <a:normAutofit/>
          </a:bodyPr>
          <a:lstStyle>
            <a:lvl1pPr marL="0" indent="0">
              <a:buNone/>
              <a:defRPr sz="2000">
                <a:ln>
                  <a:noFill/>
                </a:ln>
                <a:solidFill>
                  <a:schemeClr val="bg1">
                    <a:lumMod val="85000"/>
                  </a:schemeClr>
                </a:solidFill>
                <a:latin typeface="+mj-lt"/>
                <a:ea typeface="Lato Light" charset="0"/>
                <a:cs typeface="Lato Light" charset="0"/>
              </a:defRPr>
            </a:lvl1pPr>
          </a:lstStyle>
          <a:p>
            <a:endParaRPr lang="en-US" dirty="0"/>
          </a:p>
        </p:txBody>
      </p:sp>
    </p:spTree>
    <p:extLst>
      <p:ext uri="{BB962C8B-B14F-4D97-AF65-F5344CB8AC3E}">
        <p14:creationId xmlns:p14="http://schemas.microsoft.com/office/powerpoint/2010/main" val="65314510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3_Picture with Caption">
    <p:bg>
      <p:bgPr>
        <a:solidFill>
          <a:srgbClr val="001B4D"/>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8A580153-B4CE-E166-7ACE-F92FEF0DCEF8}"/>
              </a:ext>
            </a:extLst>
          </p:cNvPr>
          <p:cNvSpPr>
            <a:spLocks noGrp="1"/>
          </p:cNvSpPr>
          <p:nvPr>
            <p:ph idx="1"/>
          </p:nvPr>
        </p:nvSpPr>
        <p:spPr>
          <a:xfrm>
            <a:off x="254000" y="1206631"/>
            <a:ext cx="5842000" cy="5016369"/>
          </a:xfrm>
          <a:solidFill>
            <a:schemeClr val="tx1">
              <a:lumMod val="95000"/>
            </a:schemeClr>
          </a:solidFill>
        </p:spPr>
        <p:txBody>
          <a:bodyPr/>
          <a:lstStyle>
            <a:lvl1pPr>
              <a:defRPr>
                <a:solidFill>
                  <a:schemeClr val="accent5"/>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 name="Picture Placeholder 13">
            <a:extLst>
              <a:ext uri="{FF2B5EF4-FFF2-40B4-BE49-F238E27FC236}">
                <a16:creationId xmlns:a16="http://schemas.microsoft.com/office/drawing/2014/main" id="{8F4BC8B8-56DE-CC45-EB9C-7BE8295CB9FF}"/>
              </a:ext>
            </a:extLst>
          </p:cNvPr>
          <p:cNvSpPr>
            <a:spLocks noGrp="1"/>
          </p:cNvSpPr>
          <p:nvPr>
            <p:ph type="pic" sz="quarter" idx="13"/>
          </p:nvPr>
        </p:nvSpPr>
        <p:spPr>
          <a:xfrm>
            <a:off x="6408564" y="1"/>
            <a:ext cx="5783436" cy="6223000"/>
          </a:xfrm>
          <a:prstGeom prst="rect">
            <a:avLst/>
          </a:prstGeom>
          <a:solidFill>
            <a:schemeClr val="tx1">
              <a:lumMod val="95000"/>
            </a:schemeClr>
          </a:solidFill>
          <a:effectLst/>
        </p:spPr>
        <p:txBody>
          <a:bodyPr>
            <a:normAutofit/>
          </a:bodyPr>
          <a:lstStyle>
            <a:lvl1pPr marL="0" indent="0">
              <a:buNone/>
              <a:defRPr sz="2000">
                <a:ln>
                  <a:noFill/>
                </a:ln>
                <a:solidFill>
                  <a:schemeClr val="bg1">
                    <a:lumMod val="85000"/>
                  </a:schemeClr>
                </a:solidFill>
                <a:latin typeface="+mj-lt"/>
                <a:ea typeface="Lato Light" charset="0"/>
                <a:cs typeface="Lato Light" charset="0"/>
              </a:defRPr>
            </a:lvl1pPr>
          </a:lstStyle>
          <a:p>
            <a:endParaRPr lang="en-US" dirty="0"/>
          </a:p>
        </p:txBody>
      </p:sp>
      <p:pic>
        <p:nvPicPr>
          <p:cNvPr id="3" name="Picture 2" descr="Logo, company name&#10;&#10;Description automatically generated">
            <a:extLst>
              <a:ext uri="{FF2B5EF4-FFF2-40B4-BE49-F238E27FC236}">
                <a16:creationId xmlns:a16="http://schemas.microsoft.com/office/drawing/2014/main" id="{894E1089-2642-1F16-6D34-0AA470DAB44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1411" y="27044"/>
            <a:ext cx="977178" cy="981307"/>
          </a:xfrm>
          <a:prstGeom prst="rect">
            <a:avLst/>
          </a:prstGeom>
        </p:spPr>
      </p:pic>
    </p:spTree>
    <p:extLst>
      <p:ext uri="{BB962C8B-B14F-4D97-AF65-F5344CB8AC3E}">
        <p14:creationId xmlns:p14="http://schemas.microsoft.com/office/powerpoint/2010/main" val="3054814904"/>
      </p:ext>
    </p:extLst>
  </p:cSld>
  <p:clrMapOvr>
    <a:overrideClrMapping bg1="dk1" tx1="lt1" bg2="dk2" tx2="lt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pic>
        <p:nvPicPr>
          <p:cNvPr id="4" name="Picture 10" descr="APU Logo Final-medium.jpg">
            <a:extLst>
              <a:ext uri="{FF2B5EF4-FFF2-40B4-BE49-F238E27FC236}">
                <a16:creationId xmlns:a16="http://schemas.microsoft.com/office/drawing/2014/main" id="{C97ADB29-0190-8E6A-A68B-AEBB217C0E84}"/>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Picture Placeholder 13">
            <a:extLst>
              <a:ext uri="{FF2B5EF4-FFF2-40B4-BE49-F238E27FC236}">
                <a16:creationId xmlns:a16="http://schemas.microsoft.com/office/drawing/2014/main" id="{EAE3BF1D-7538-D216-ADA6-8A61272CEC05}"/>
              </a:ext>
            </a:extLst>
          </p:cNvPr>
          <p:cNvSpPr>
            <a:spLocks noGrp="1"/>
          </p:cNvSpPr>
          <p:nvPr>
            <p:ph type="pic" sz="quarter" idx="22"/>
          </p:nvPr>
        </p:nvSpPr>
        <p:spPr>
          <a:xfrm>
            <a:off x="10048596" y="1923410"/>
            <a:ext cx="2143404" cy="4056208"/>
          </a:xfrm>
          <a:prstGeom prst="rect">
            <a:avLst/>
          </a:prstGeom>
          <a:solidFill>
            <a:schemeClr val="bg1">
              <a:lumMod val="95000"/>
            </a:schemeClr>
          </a:solidFill>
          <a:effectLst/>
        </p:spPr>
        <p:txBody>
          <a:bodyPr>
            <a:normAutofit/>
          </a:bodyPr>
          <a:lstStyle>
            <a:lvl1pPr marL="0" indent="0">
              <a:buNone/>
              <a:defRPr sz="2000" b="0" i="0">
                <a:ln>
                  <a:noFill/>
                </a:ln>
                <a:solidFill>
                  <a:schemeClr val="bg1">
                    <a:lumMod val="85000"/>
                  </a:schemeClr>
                </a:solidFill>
                <a:latin typeface="+mn-lt"/>
                <a:ea typeface="Poppins Light" charset="0"/>
                <a:cs typeface="Poppins Light" charset="0"/>
              </a:defRPr>
            </a:lvl1pPr>
          </a:lstStyle>
          <a:p>
            <a:endParaRPr lang="en-US" dirty="0"/>
          </a:p>
        </p:txBody>
      </p:sp>
      <p:sp>
        <p:nvSpPr>
          <p:cNvPr id="6" name="Picture Placeholder 13">
            <a:extLst>
              <a:ext uri="{FF2B5EF4-FFF2-40B4-BE49-F238E27FC236}">
                <a16:creationId xmlns:a16="http://schemas.microsoft.com/office/drawing/2014/main" id="{793A658E-0EDC-3F4C-BFB3-E8CA966F34DD}"/>
              </a:ext>
            </a:extLst>
          </p:cNvPr>
          <p:cNvSpPr>
            <a:spLocks noGrp="1"/>
          </p:cNvSpPr>
          <p:nvPr>
            <p:ph type="pic" sz="quarter" idx="23"/>
          </p:nvPr>
        </p:nvSpPr>
        <p:spPr>
          <a:xfrm>
            <a:off x="7660996" y="1923410"/>
            <a:ext cx="2143404" cy="4056208"/>
          </a:xfrm>
          <a:prstGeom prst="rect">
            <a:avLst/>
          </a:prstGeom>
          <a:solidFill>
            <a:schemeClr val="bg1">
              <a:lumMod val="95000"/>
            </a:schemeClr>
          </a:solidFill>
          <a:effectLst/>
        </p:spPr>
        <p:txBody>
          <a:bodyPr>
            <a:normAutofit/>
          </a:bodyPr>
          <a:lstStyle>
            <a:lvl1pPr marL="0" indent="0">
              <a:buNone/>
              <a:defRPr sz="2000" b="0" i="0">
                <a:ln>
                  <a:noFill/>
                </a:ln>
                <a:solidFill>
                  <a:schemeClr val="bg1">
                    <a:lumMod val="85000"/>
                  </a:schemeClr>
                </a:solidFill>
                <a:latin typeface="+mn-lt"/>
                <a:ea typeface="Poppins Light" charset="0"/>
                <a:cs typeface="Poppins Light" charset="0"/>
              </a:defRPr>
            </a:lvl1pPr>
          </a:lstStyle>
          <a:p>
            <a:endParaRPr lang="en-US" dirty="0"/>
          </a:p>
        </p:txBody>
      </p:sp>
      <p:sp>
        <p:nvSpPr>
          <p:cNvPr id="7" name="Picture Placeholder 13">
            <a:extLst>
              <a:ext uri="{FF2B5EF4-FFF2-40B4-BE49-F238E27FC236}">
                <a16:creationId xmlns:a16="http://schemas.microsoft.com/office/drawing/2014/main" id="{A1C42F19-22A5-A6AA-F9A6-B990F2E4BD44}"/>
              </a:ext>
            </a:extLst>
          </p:cNvPr>
          <p:cNvSpPr>
            <a:spLocks noGrp="1"/>
          </p:cNvSpPr>
          <p:nvPr>
            <p:ph type="pic" sz="quarter" idx="24"/>
          </p:nvPr>
        </p:nvSpPr>
        <p:spPr>
          <a:xfrm>
            <a:off x="5273396" y="1923410"/>
            <a:ext cx="2143404" cy="4056208"/>
          </a:xfrm>
          <a:prstGeom prst="rect">
            <a:avLst/>
          </a:prstGeom>
          <a:solidFill>
            <a:schemeClr val="bg1">
              <a:lumMod val="95000"/>
            </a:schemeClr>
          </a:solidFill>
          <a:effectLst/>
        </p:spPr>
        <p:txBody>
          <a:bodyPr>
            <a:normAutofit/>
          </a:bodyPr>
          <a:lstStyle>
            <a:lvl1pPr marL="0" indent="0">
              <a:buNone/>
              <a:defRPr sz="2000" b="0" i="0">
                <a:ln>
                  <a:noFill/>
                </a:ln>
                <a:solidFill>
                  <a:schemeClr val="bg1">
                    <a:lumMod val="85000"/>
                  </a:schemeClr>
                </a:solidFill>
                <a:latin typeface="+mn-lt"/>
                <a:ea typeface="Poppins Light" charset="0"/>
                <a:cs typeface="Poppins Light" charset="0"/>
              </a:defRPr>
            </a:lvl1pPr>
          </a:lstStyle>
          <a:p>
            <a:endParaRPr lang="en-US" dirty="0"/>
          </a:p>
        </p:txBody>
      </p:sp>
      <p:sp>
        <p:nvSpPr>
          <p:cNvPr id="8" name="Content Placeholder 2">
            <a:extLst>
              <a:ext uri="{FF2B5EF4-FFF2-40B4-BE49-F238E27FC236}">
                <a16:creationId xmlns:a16="http://schemas.microsoft.com/office/drawing/2014/main" id="{63F88012-5D39-66F9-BCBC-E3DED48089D2}"/>
              </a:ext>
            </a:extLst>
          </p:cNvPr>
          <p:cNvSpPr>
            <a:spLocks noGrp="1"/>
          </p:cNvSpPr>
          <p:nvPr>
            <p:ph idx="1"/>
          </p:nvPr>
        </p:nvSpPr>
        <p:spPr>
          <a:xfrm>
            <a:off x="254001" y="1697038"/>
            <a:ext cx="4775200" cy="4525962"/>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50717345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Title and Vertical Text">
    <p:bg>
      <p:bgPr>
        <a:solidFill>
          <a:srgbClr val="001B4D"/>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5"/>
                </a:solidFill>
              </a:defRPr>
            </a:lvl1pPr>
          </a:lstStyle>
          <a:p>
            <a:r>
              <a:rPr lang="en-US"/>
              <a:t>Click to edit Master title style</a:t>
            </a:r>
            <a:endParaRPr lang="en-GB"/>
          </a:p>
        </p:txBody>
      </p:sp>
      <p:sp>
        <p:nvSpPr>
          <p:cNvPr id="4" name="Picture Placeholder 13">
            <a:extLst>
              <a:ext uri="{FF2B5EF4-FFF2-40B4-BE49-F238E27FC236}">
                <a16:creationId xmlns:a16="http://schemas.microsoft.com/office/drawing/2014/main" id="{61A374B0-731A-1D13-1D15-DEB568D14EEC}"/>
              </a:ext>
            </a:extLst>
          </p:cNvPr>
          <p:cNvSpPr>
            <a:spLocks noGrp="1"/>
          </p:cNvSpPr>
          <p:nvPr>
            <p:ph type="pic" sz="quarter" idx="22"/>
          </p:nvPr>
        </p:nvSpPr>
        <p:spPr>
          <a:xfrm>
            <a:off x="10048596" y="1923410"/>
            <a:ext cx="2143404" cy="4056208"/>
          </a:xfrm>
          <a:prstGeom prst="rect">
            <a:avLst/>
          </a:prstGeom>
          <a:solidFill>
            <a:schemeClr val="bg1">
              <a:lumMod val="95000"/>
            </a:schemeClr>
          </a:solidFill>
          <a:effectLst/>
        </p:spPr>
        <p:txBody>
          <a:bodyPr>
            <a:normAutofit/>
          </a:bodyPr>
          <a:lstStyle>
            <a:lvl1pPr marL="0" indent="0">
              <a:buNone/>
              <a:defRPr sz="2000" b="0" i="0">
                <a:ln>
                  <a:noFill/>
                </a:ln>
                <a:solidFill>
                  <a:schemeClr val="bg1">
                    <a:lumMod val="85000"/>
                  </a:schemeClr>
                </a:solidFill>
                <a:latin typeface="+mn-lt"/>
                <a:ea typeface="Poppins Light" charset="0"/>
                <a:cs typeface="Poppins Light" charset="0"/>
              </a:defRPr>
            </a:lvl1pPr>
          </a:lstStyle>
          <a:p>
            <a:endParaRPr lang="en-US" dirty="0"/>
          </a:p>
        </p:txBody>
      </p:sp>
      <p:sp>
        <p:nvSpPr>
          <p:cNvPr id="5" name="Picture Placeholder 13">
            <a:extLst>
              <a:ext uri="{FF2B5EF4-FFF2-40B4-BE49-F238E27FC236}">
                <a16:creationId xmlns:a16="http://schemas.microsoft.com/office/drawing/2014/main" id="{6DD384CD-5B1D-00AA-C88E-51863CE859A3}"/>
              </a:ext>
            </a:extLst>
          </p:cNvPr>
          <p:cNvSpPr>
            <a:spLocks noGrp="1"/>
          </p:cNvSpPr>
          <p:nvPr>
            <p:ph type="pic" sz="quarter" idx="23"/>
          </p:nvPr>
        </p:nvSpPr>
        <p:spPr>
          <a:xfrm>
            <a:off x="7660996" y="1923410"/>
            <a:ext cx="2143404" cy="4056208"/>
          </a:xfrm>
          <a:prstGeom prst="rect">
            <a:avLst/>
          </a:prstGeom>
          <a:solidFill>
            <a:schemeClr val="bg1">
              <a:lumMod val="95000"/>
            </a:schemeClr>
          </a:solidFill>
          <a:effectLst/>
        </p:spPr>
        <p:txBody>
          <a:bodyPr>
            <a:normAutofit/>
          </a:bodyPr>
          <a:lstStyle>
            <a:lvl1pPr marL="0" indent="0">
              <a:buNone/>
              <a:defRPr sz="2000" b="0" i="0">
                <a:ln>
                  <a:noFill/>
                </a:ln>
                <a:solidFill>
                  <a:schemeClr val="bg1">
                    <a:lumMod val="85000"/>
                  </a:schemeClr>
                </a:solidFill>
                <a:latin typeface="+mn-lt"/>
                <a:ea typeface="Poppins Light" charset="0"/>
                <a:cs typeface="Poppins Light" charset="0"/>
              </a:defRPr>
            </a:lvl1pPr>
          </a:lstStyle>
          <a:p>
            <a:endParaRPr lang="en-US" dirty="0"/>
          </a:p>
        </p:txBody>
      </p:sp>
      <p:sp>
        <p:nvSpPr>
          <p:cNvPr id="6" name="Picture Placeholder 13">
            <a:extLst>
              <a:ext uri="{FF2B5EF4-FFF2-40B4-BE49-F238E27FC236}">
                <a16:creationId xmlns:a16="http://schemas.microsoft.com/office/drawing/2014/main" id="{C0E62B52-2676-DD95-FD76-B834BA0270EA}"/>
              </a:ext>
            </a:extLst>
          </p:cNvPr>
          <p:cNvSpPr>
            <a:spLocks noGrp="1"/>
          </p:cNvSpPr>
          <p:nvPr>
            <p:ph type="pic" sz="quarter" idx="24"/>
          </p:nvPr>
        </p:nvSpPr>
        <p:spPr>
          <a:xfrm>
            <a:off x="5273396" y="1923410"/>
            <a:ext cx="2143404" cy="4056208"/>
          </a:xfrm>
          <a:prstGeom prst="rect">
            <a:avLst/>
          </a:prstGeom>
          <a:solidFill>
            <a:schemeClr val="bg1">
              <a:lumMod val="95000"/>
            </a:schemeClr>
          </a:solidFill>
          <a:effectLst/>
        </p:spPr>
        <p:txBody>
          <a:bodyPr>
            <a:normAutofit/>
          </a:bodyPr>
          <a:lstStyle>
            <a:lvl1pPr marL="0" indent="0">
              <a:buNone/>
              <a:defRPr sz="2000" b="0" i="0">
                <a:ln>
                  <a:noFill/>
                </a:ln>
                <a:solidFill>
                  <a:schemeClr val="bg1">
                    <a:lumMod val="85000"/>
                  </a:schemeClr>
                </a:solidFill>
                <a:latin typeface="+mn-lt"/>
                <a:ea typeface="Poppins Light" charset="0"/>
                <a:cs typeface="Poppins Light" charset="0"/>
              </a:defRPr>
            </a:lvl1pPr>
          </a:lstStyle>
          <a:p>
            <a:endParaRPr lang="en-US" dirty="0"/>
          </a:p>
        </p:txBody>
      </p:sp>
      <p:sp>
        <p:nvSpPr>
          <p:cNvPr id="7" name="Content Placeholder 2">
            <a:extLst>
              <a:ext uri="{FF2B5EF4-FFF2-40B4-BE49-F238E27FC236}">
                <a16:creationId xmlns:a16="http://schemas.microsoft.com/office/drawing/2014/main" id="{9374EF56-AF27-D8AD-DACE-E5CE66A7D32A}"/>
              </a:ext>
            </a:extLst>
          </p:cNvPr>
          <p:cNvSpPr>
            <a:spLocks noGrp="1"/>
          </p:cNvSpPr>
          <p:nvPr>
            <p:ph idx="1"/>
          </p:nvPr>
        </p:nvSpPr>
        <p:spPr>
          <a:xfrm>
            <a:off x="254001" y="1697038"/>
            <a:ext cx="4775200" cy="452596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9" name="Picture 8" descr="Logo, company name&#10;&#10;Description automatically generated">
            <a:extLst>
              <a:ext uri="{FF2B5EF4-FFF2-40B4-BE49-F238E27FC236}">
                <a16:creationId xmlns:a16="http://schemas.microsoft.com/office/drawing/2014/main" id="{890E9656-A63D-02CF-0218-527AB2D41C9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17943" y="27044"/>
            <a:ext cx="1045812" cy="981307"/>
          </a:xfrm>
          <a:prstGeom prst="rect">
            <a:avLst/>
          </a:prstGeom>
        </p:spPr>
      </p:pic>
    </p:spTree>
    <p:extLst>
      <p:ext uri="{BB962C8B-B14F-4D97-AF65-F5344CB8AC3E}">
        <p14:creationId xmlns:p14="http://schemas.microsoft.com/office/powerpoint/2010/main" val="21748052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2_Picture with Caption">
    <p:bg>
      <p:bgPr>
        <a:solidFill>
          <a:schemeClr val="bg1"/>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8A580153-B4CE-E166-7ACE-F92FEF0DCEF8}"/>
              </a:ext>
            </a:extLst>
          </p:cNvPr>
          <p:cNvSpPr>
            <a:spLocks noGrp="1"/>
          </p:cNvSpPr>
          <p:nvPr>
            <p:ph idx="1"/>
          </p:nvPr>
        </p:nvSpPr>
        <p:spPr>
          <a:xfrm>
            <a:off x="254000" y="1206631"/>
            <a:ext cx="5277005" cy="5016369"/>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5" name="Picture 10" descr="APU Logo Final-medium.jpg">
            <a:extLst>
              <a:ext uri="{FF2B5EF4-FFF2-40B4-BE49-F238E27FC236}">
                <a16:creationId xmlns:a16="http://schemas.microsoft.com/office/drawing/2014/main" id="{1CD8D465-41A1-E0A8-A8B4-C64FB4642DA6}"/>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0148288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8_Picture with Caption">
    <p:bg>
      <p:bgPr>
        <a:solidFill>
          <a:srgbClr val="001B4D"/>
        </a:solidFill>
        <a:effectLst/>
      </p:bgPr>
    </p:bg>
    <p:spTree>
      <p:nvGrpSpPr>
        <p:cNvPr id="1" name=""/>
        <p:cNvGrpSpPr/>
        <p:nvPr/>
      </p:nvGrpSpPr>
      <p:grpSpPr>
        <a:xfrm>
          <a:off x="0" y="0"/>
          <a:ext cx="0" cy="0"/>
          <a:chOff x="0" y="0"/>
          <a:chExt cx="0" cy="0"/>
        </a:xfrm>
      </p:grpSpPr>
      <p:pic>
        <p:nvPicPr>
          <p:cNvPr id="2" name="Picture 1" descr="Logo, company name&#10;&#10;Description automatically generated">
            <a:extLst>
              <a:ext uri="{FF2B5EF4-FFF2-40B4-BE49-F238E27FC236}">
                <a16:creationId xmlns:a16="http://schemas.microsoft.com/office/drawing/2014/main" id="{6F99F1D5-796D-B18C-4706-ECD5827DB66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1411" y="27044"/>
            <a:ext cx="977178" cy="981307"/>
          </a:xfrm>
          <a:prstGeom prst="rect">
            <a:avLst/>
          </a:prstGeom>
        </p:spPr>
      </p:pic>
      <p:sp>
        <p:nvSpPr>
          <p:cNvPr id="4" name="Content Placeholder 2">
            <a:extLst>
              <a:ext uri="{FF2B5EF4-FFF2-40B4-BE49-F238E27FC236}">
                <a16:creationId xmlns:a16="http://schemas.microsoft.com/office/drawing/2014/main" id="{8A580153-B4CE-E166-7ACE-F92FEF0DCEF8}"/>
              </a:ext>
            </a:extLst>
          </p:cNvPr>
          <p:cNvSpPr>
            <a:spLocks noGrp="1"/>
          </p:cNvSpPr>
          <p:nvPr>
            <p:ph idx="1"/>
          </p:nvPr>
        </p:nvSpPr>
        <p:spPr>
          <a:xfrm>
            <a:off x="254000" y="1206631"/>
            <a:ext cx="5277005" cy="501636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159511888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4_Picture with Caption">
    <p:bg>
      <p:bgPr>
        <a:solidFill>
          <a:schemeClr val="bg1"/>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1E2CC42D-17CB-E638-B81A-110B1B3F2E94}"/>
              </a:ext>
            </a:extLst>
          </p:cNvPr>
          <p:cNvSpPr>
            <a:spLocks noGrp="1"/>
          </p:cNvSpPr>
          <p:nvPr>
            <p:ph idx="1"/>
          </p:nvPr>
        </p:nvSpPr>
        <p:spPr>
          <a:xfrm>
            <a:off x="254000" y="1697038"/>
            <a:ext cx="5277005" cy="4525962"/>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Rectangle 6">
            <a:extLst>
              <a:ext uri="{FF2B5EF4-FFF2-40B4-BE49-F238E27FC236}">
                <a16:creationId xmlns:a16="http://schemas.microsoft.com/office/drawing/2014/main" id="{6B45A787-9C75-0736-994E-7B094F400367}"/>
              </a:ext>
            </a:extLst>
          </p:cNvPr>
          <p:cNvSpPr>
            <a:spLocks noGrp="1" noChangeArrowheads="1"/>
          </p:cNvSpPr>
          <p:nvPr>
            <p:ph type="title"/>
          </p:nvPr>
        </p:nvSpPr>
        <p:spPr bwMode="auto">
          <a:xfrm>
            <a:off x="295352" y="274638"/>
            <a:ext cx="708675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tx2"/>
                </a:solidFill>
              </a:defRPr>
            </a:lvl1pPr>
          </a:lstStyle>
          <a:p>
            <a:pPr lvl="0"/>
            <a:r>
              <a:rPr lang="en-GB" altLang="en-US" dirty="0"/>
              <a:t>Click to edit Master title style</a:t>
            </a:r>
          </a:p>
        </p:txBody>
      </p:sp>
      <p:pic>
        <p:nvPicPr>
          <p:cNvPr id="2" name="Picture 10" descr="APU Logo Final-medium.jpg">
            <a:extLst>
              <a:ext uri="{FF2B5EF4-FFF2-40B4-BE49-F238E27FC236}">
                <a16:creationId xmlns:a16="http://schemas.microsoft.com/office/drawing/2014/main" id="{E3F9F65D-AB78-8571-A238-B3743684A64B}"/>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8416936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9_Picture with Caption">
    <p:bg>
      <p:bgPr>
        <a:solidFill>
          <a:srgbClr val="001B4D"/>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1E2CC42D-17CB-E638-B81A-110B1B3F2E94}"/>
              </a:ext>
            </a:extLst>
          </p:cNvPr>
          <p:cNvSpPr>
            <a:spLocks noGrp="1"/>
          </p:cNvSpPr>
          <p:nvPr>
            <p:ph idx="1"/>
          </p:nvPr>
        </p:nvSpPr>
        <p:spPr>
          <a:xfrm>
            <a:off x="254000" y="1697038"/>
            <a:ext cx="5277005" cy="452596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Rectangle 6">
            <a:extLst>
              <a:ext uri="{FF2B5EF4-FFF2-40B4-BE49-F238E27FC236}">
                <a16:creationId xmlns:a16="http://schemas.microsoft.com/office/drawing/2014/main" id="{6B45A787-9C75-0736-994E-7B094F400367}"/>
              </a:ext>
            </a:extLst>
          </p:cNvPr>
          <p:cNvSpPr>
            <a:spLocks noGrp="1" noChangeArrowheads="1"/>
          </p:cNvSpPr>
          <p:nvPr>
            <p:ph type="title"/>
          </p:nvPr>
        </p:nvSpPr>
        <p:spPr bwMode="auto">
          <a:xfrm>
            <a:off x="295352" y="274638"/>
            <a:ext cx="708675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GB" altLang="en-US" dirty="0"/>
              <a:t>Click to edit Master title style</a:t>
            </a:r>
          </a:p>
        </p:txBody>
      </p:sp>
      <p:pic>
        <p:nvPicPr>
          <p:cNvPr id="2" name="Picture 1" descr="Logo, company name&#10;&#10;Description automatically generated">
            <a:extLst>
              <a:ext uri="{FF2B5EF4-FFF2-40B4-BE49-F238E27FC236}">
                <a16:creationId xmlns:a16="http://schemas.microsoft.com/office/drawing/2014/main" id="{EDC140F1-7C93-36F2-49E9-260DAC6B7E2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17943" y="27044"/>
            <a:ext cx="1045812" cy="981307"/>
          </a:xfrm>
          <a:prstGeom prst="rect">
            <a:avLst/>
          </a:prstGeom>
        </p:spPr>
      </p:pic>
    </p:spTree>
    <p:extLst>
      <p:ext uri="{BB962C8B-B14F-4D97-AF65-F5344CB8AC3E}">
        <p14:creationId xmlns:p14="http://schemas.microsoft.com/office/powerpoint/2010/main" val="186316229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4" name="Picture Placeholder 12">
            <a:extLst>
              <a:ext uri="{FF2B5EF4-FFF2-40B4-BE49-F238E27FC236}">
                <a16:creationId xmlns:a16="http://schemas.microsoft.com/office/drawing/2014/main" id="{458D67BC-08A8-B641-2D7F-240DC17CDE3A}"/>
              </a:ext>
            </a:extLst>
          </p:cNvPr>
          <p:cNvSpPr>
            <a:spLocks noGrp="1"/>
          </p:cNvSpPr>
          <p:nvPr>
            <p:ph type="pic" sz="quarter" idx="10"/>
          </p:nvPr>
        </p:nvSpPr>
        <p:spPr>
          <a:xfrm>
            <a:off x="2752140" y="0"/>
            <a:ext cx="2066602" cy="2902857"/>
          </a:xfrm>
          <a:custGeom>
            <a:avLst/>
            <a:gdLst>
              <a:gd name="connsiteX0" fmla="*/ 0 w 2066602"/>
              <a:gd name="connsiteY0" fmla="*/ 0 h 2902857"/>
              <a:gd name="connsiteX1" fmla="*/ 2066602 w 2066602"/>
              <a:gd name="connsiteY1" fmla="*/ 0 h 2902857"/>
              <a:gd name="connsiteX2" fmla="*/ 2066602 w 2066602"/>
              <a:gd name="connsiteY2" fmla="*/ 2902857 h 2902857"/>
              <a:gd name="connsiteX3" fmla="*/ 0 w 2066602"/>
              <a:gd name="connsiteY3" fmla="*/ 2902857 h 2902857"/>
            </a:gdLst>
            <a:ahLst/>
            <a:cxnLst>
              <a:cxn ang="0">
                <a:pos x="connsiteX0" y="connsiteY0"/>
              </a:cxn>
              <a:cxn ang="0">
                <a:pos x="connsiteX1" y="connsiteY1"/>
              </a:cxn>
              <a:cxn ang="0">
                <a:pos x="connsiteX2" y="connsiteY2"/>
              </a:cxn>
              <a:cxn ang="0">
                <a:pos x="connsiteX3" y="connsiteY3"/>
              </a:cxn>
            </a:cxnLst>
            <a:rect l="l" t="t" r="r" b="b"/>
            <a:pathLst>
              <a:path w="2066602" h="2902857">
                <a:moveTo>
                  <a:pt x="0" y="0"/>
                </a:moveTo>
                <a:lnTo>
                  <a:pt x="2066602" y="0"/>
                </a:lnTo>
                <a:lnTo>
                  <a:pt x="2066602" y="2902857"/>
                </a:lnTo>
                <a:lnTo>
                  <a:pt x="0" y="2902857"/>
                </a:lnTo>
                <a:close/>
              </a:path>
            </a:pathLst>
          </a:custGeom>
          <a:solidFill>
            <a:schemeClr val="bg1">
              <a:lumMod val="95000"/>
            </a:schemeClr>
          </a:solidFill>
        </p:spPr>
        <p:txBody>
          <a:bodyPr wrap="square">
            <a:noAutofit/>
          </a:bodyPr>
          <a:lstStyle>
            <a:lvl1pPr>
              <a:defRPr sz="1200"/>
            </a:lvl1pPr>
          </a:lstStyle>
          <a:p>
            <a:endParaRPr lang="en-ID"/>
          </a:p>
        </p:txBody>
      </p:sp>
      <p:sp>
        <p:nvSpPr>
          <p:cNvPr id="5" name="Picture Placeholder 13">
            <a:extLst>
              <a:ext uri="{FF2B5EF4-FFF2-40B4-BE49-F238E27FC236}">
                <a16:creationId xmlns:a16="http://schemas.microsoft.com/office/drawing/2014/main" id="{91A76DD4-43F7-C972-85EA-CAFDE2FA0410}"/>
              </a:ext>
            </a:extLst>
          </p:cNvPr>
          <p:cNvSpPr>
            <a:spLocks noGrp="1"/>
          </p:cNvSpPr>
          <p:nvPr>
            <p:ph type="pic" sz="quarter" idx="11"/>
          </p:nvPr>
        </p:nvSpPr>
        <p:spPr>
          <a:xfrm>
            <a:off x="2752140" y="3033601"/>
            <a:ext cx="2066602" cy="3316398"/>
          </a:xfrm>
          <a:custGeom>
            <a:avLst/>
            <a:gdLst>
              <a:gd name="connsiteX0" fmla="*/ 0 w 2066602"/>
              <a:gd name="connsiteY0" fmla="*/ 0 h 3316398"/>
              <a:gd name="connsiteX1" fmla="*/ 2066602 w 2066602"/>
              <a:gd name="connsiteY1" fmla="*/ 0 h 3316398"/>
              <a:gd name="connsiteX2" fmla="*/ 2066602 w 2066602"/>
              <a:gd name="connsiteY2" fmla="*/ 3316398 h 3316398"/>
              <a:gd name="connsiteX3" fmla="*/ 0 w 2066602"/>
              <a:gd name="connsiteY3" fmla="*/ 3316398 h 3316398"/>
            </a:gdLst>
            <a:ahLst/>
            <a:cxnLst>
              <a:cxn ang="0">
                <a:pos x="connsiteX0" y="connsiteY0"/>
              </a:cxn>
              <a:cxn ang="0">
                <a:pos x="connsiteX1" y="connsiteY1"/>
              </a:cxn>
              <a:cxn ang="0">
                <a:pos x="connsiteX2" y="connsiteY2"/>
              </a:cxn>
              <a:cxn ang="0">
                <a:pos x="connsiteX3" y="connsiteY3"/>
              </a:cxn>
            </a:cxnLst>
            <a:rect l="l" t="t" r="r" b="b"/>
            <a:pathLst>
              <a:path w="2066602" h="3316398">
                <a:moveTo>
                  <a:pt x="0" y="0"/>
                </a:moveTo>
                <a:lnTo>
                  <a:pt x="2066602" y="0"/>
                </a:lnTo>
                <a:lnTo>
                  <a:pt x="2066602" y="3316398"/>
                </a:lnTo>
                <a:lnTo>
                  <a:pt x="0" y="3316398"/>
                </a:lnTo>
                <a:close/>
              </a:path>
            </a:pathLst>
          </a:custGeom>
          <a:solidFill>
            <a:schemeClr val="bg1">
              <a:lumMod val="95000"/>
            </a:schemeClr>
          </a:solidFill>
        </p:spPr>
        <p:txBody>
          <a:bodyPr wrap="square">
            <a:noAutofit/>
          </a:bodyPr>
          <a:lstStyle>
            <a:lvl1pPr>
              <a:defRPr sz="1200"/>
            </a:lvl1pPr>
          </a:lstStyle>
          <a:p>
            <a:endParaRPr lang="en-ID"/>
          </a:p>
        </p:txBody>
      </p:sp>
      <p:sp>
        <p:nvSpPr>
          <p:cNvPr id="6" name="Picture Placeholder 11">
            <a:extLst>
              <a:ext uri="{FF2B5EF4-FFF2-40B4-BE49-F238E27FC236}">
                <a16:creationId xmlns:a16="http://schemas.microsoft.com/office/drawing/2014/main" id="{10D0C3E1-B2D7-E36D-87E0-ECAB470B2D28}"/>
              </a:ext>
            </a:extLst>
          </p:cNvPr>
          <p:cNvSpPr>
            <a:spLocks noGrp="1"/>
          </p:cNvSpPr>
          <p:nvPr>
            <p:ph type="pic" sz="quarter" idx="12"/>
          </p:nvPr>
        </p:nvSpPr>
        <p:spPr>
          <a:xfrm>
            <a:off x="537027" y="798286"/>
            <a:ext cx="2066602" cy="3316398"/>
          </a:xfrm>
          <a:custGeom>
            <a:avLst/>
            <a:gdLst>
              <a:gd name="connsiteX0" fmla="*/ 0 w 2066602"/>
              <a:gd name="connsiteY0" fmla="*/ 0 h 3316398"/>
              <a:gd name="connsiteX1" fmla="*/ 2066602 w 2066602"/>
              <a:gd name="connsiteY1" fmla="*/ 0 h 3316398"/>
              <a:gd name="connsiteX2" fmla="*/ 2066602 w 2066602"/>
              <a:gd name="connsiteY2" fmla="*/ 3316398 h 3316398"/>
              <a:gd name="connsiteX3" fmla="*/ 0 w 2066602"/>
              <a:gd name="connsiteY3" fmla="*/ 3316398 h 3316398"/>
            </a:gdLst>
            <a:ahLst/>
            <a:cxnLst>
              <a:cxn ang="0">
                <a:pos x="connsiteX0" y="connsiteY0"/>
              </a:cxn>
              <a:cxn ang="0">
                <a:pos x="connsiteX1" y="connsiteY1"/>
              </a:cxn>
              <a:cxn ang="0">
                <a:pos x="connsiteX2" y="connsiteY2"/>
              </a:cxn>
              <a:cxn ang="0">
                <a:pos x="connsiteX3" y="connsiteY3"/>
              </a:cxn>
            </a:cxnLst>
            <a:rect l="l" t="t" r="r" b="b"/>
            <a:pathLst>
              <a:path w="2066602" h="3316398">
                <a:moveTo>
                  <a:pt x="0" y="0"/>
                </a:moveTo>
                <a:lnTo>
                  <a:pt x="2066602" y="0"/>
                </a:lnTo>
                <a:lnTo>
                  <a:pt x="2066602" y="3316398"/>
                </a:lnTo>
                <a:lnTo>
                  <a:pt x="0" y="3316398"/>
                </a:lnTo>
                <a:close/>
              </a:path>
            </a:pathLst>
          </a:custGeom>
          <a:solidFill>
            <a:schemeClr val="bg1">
              <a:lumMod val="95000"/>
            </a:schemeClr>
          </a:solidFill>
        </p:spPr>
        <p:txBody>
          <a:bodyPr wrap="square">
            <a:noAutofit/>
          </a:bodyPr>
          <a:lstStyle>
            <a:lvl1pPr>
              <a:defRPr sz="1200"/>
            </a:lvl1pPr>
          </a:lstStyle>
          <a:p>
            <a:endParaRPr lang="en-ID"/>
          </a:p>
        </p:txBody>
      </p:sp>
      <p:sp>
        <p:nvSpPr>
          <p:cNvPr id="7" name="Picture Placeholder 14">
            <a:extLst>
              <a:ext uri="{FF2B5EF4-FFF2-40B4-BE49-F238E27FC236}">
                <a16:creationId xmlns:a16="http://schemas.microsoft.com/office/drawing/2014/main" id="{62331960-A4CD-E907-ACF8-2904680BADA6}"/>
              </a:ext>
            </a:extLst>
          </p:cNvPr>
          <p:cNvSpPr>
            <a:spLocks noGrp="1"/>
          </p:cNvSpPr>
          <p:nvPr>
            <p:ph type="pic" sz="quarter" idx="13"/>
          </p:nvPr>
        </p:nvSpPr>
        <p:spPr>
          <a:xfrm>
            <a:off x="537027" y="4277251"/>
            <a:ext cx="2066602" cy="2072748"/>
          </a:xfrm>
          <a:custGeom>
            <a:avLst/>
            <a:gdLst>
              <a:gd name="connsiteX0" fmla="*/ 0 w 2066602"/>
              <a:gd name="connsiteY0" fmla="*/ 0 h 2072748"/>
              <a:gd name="connsiteX1" fmla="*/ 2066602 w 2066602"/>
              <a:gd name="connsiteY1" fmla="*/ 0 h 2072748"/>
              <a:gd name="connsiteX2" fmla="*/ 2066602 w 2066602"/>
              <a:gd name="connsiteY2" fmla="*/ 2072748 h 2072748"/>
              <a:gd name="connsiteX3" fmla="*/ 0 w 2066602"/>
              <a:gd name="connsiteY3" fmla="*/ 2072748 h 2072748"/>
            </a:gdLst>
            <a:ahLst/>
            <a:cxnLst>
              <a:cxn ang="0">
                <a:pos x="connsiteX0" y="connsiteY0"/>
              </a:cxn>
              <a:cxn ang="0">
                <a:pos x="connsiteX1" y="connsiteY1"/>
              </a:cxn>
              <a:cxn ang="0">
                <a:pos x="connsiteX2" y="connsiteY2"/>
              </a:cxn>
              <a:cxn ang="0">
                <a:pos x="connsiteX3" y="connsiteY3"/>
              </a:cxn>
            </a:cxnLst>
            <a:rect l="l" t="t" r="r" b="b"/>
            <a:pathLst>
              <a:path w="2066602" h="2072748">
                <a:moveTo>
                  <a:pt x="0" y="0"/>
                </a:moveTo>
                <a:lnTo>
                  <a:pt x="2066602" y="0"/>
                </a:lnTo>
                <a:lnTo>
                  <a:pt x="2066602" y="2072748"/>
                </a:lnTo>
                <a:lnTo>
                  <a:pt x="0" y="2072748"/>
                </a:lnTo>
                <a:close/>
              </a:path>
            </a:pathLst>
          </a:custGeom>
          <a:solidFill>
            <a:schemeClr val="bg1">
              <a:lumMod val="95000"/>
            </a:schemeClr>
          </a:solidFill>
        </p:spPr>
        <p:txBody>
          <a:bodyPr wrap="square">
            <a:noAutofit/>
          </a:bodyPr>
          <a:lstStyle>
            <a:lvl1pPr>
              <a:defRPr sz="1200"/>
            </a:lvl1pPr>
          </a:lstStyle>
          <a:p>
            <a:endParaRPr lang="en-ID" dirty="0"/>
          </a:p>
        </p:txBody>
      </p:sp>
      <p:sp>
        <p:nvSpPr>
          <p:cNvPr id="8" name="Content Placeholder 2">
            <a:extLst>
              <a:ext uri="{FF2B5EF4-FFF2-40B4-BE49-F238E27FC236}">
                <a16:creationId xmlns:a16="http://schemas.microsoft.com/office/drawing/2014/main" id="{077A9D95-A204-E92E-A5F8-1E263A7A8A30}"/>
              </a:ext>
            </a:extLst>
          </p:cNvPr>
          <p:cNvSpPr>
            <a:spLocks noGrp="1"/>
          </p:cNvSpPr>
          <p:nvPr>
            <p:ph idx="1"/>
          </p:nvPr>
        </p:nvSpPr>
        <p:spPr>
          <a:xfrm>
            <a:off x="5071533" y="273051"/>
            <a:ext cx="6815667" cy="5853113"/>
          </a:xfrm>
        </p:spPr>
        <p:txBody>
          <a:bodyPr/>
          <a:lstStyle>
            <a:lvl1pPr>
              <a:defRPr sz="3200">
                <a:solidFill>
                  <a:schemeClr val="tx2"/>
                </a:solidFill>
              </a:defRPr>
            </a:lvl1pPr>
            <a:lvl2pPr>
              <a:defRPr sz="2800">
                <a:solidFill>
                  <a:schemeClr val="accent6"/>
                </a:solidFill>
              </a:defRPr>
            </a:lvl2pPr>
            <a:lvl3pPr>
              <a:defRPr sz="2400">
                <a:solidFill>
                  <a:schemeClr val="accent6"/>
                </a:solidFill>
              </a:defRPr>
            </a:lvl3pPr>
            <a:lvl4pPr>
              <a:defRPr sz="2000">
                <a:solidFill>
                  <a:schemeClr val="accent6"/>
                </a:solidFill>
              </a:defRPr>
            </a:lvl4pPr>
            <a:lvl5pPr>
              <a:defRPr sz="2000">
                <a:solidFill>
                  <a:schemeClr val="accent6"/>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72403621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Vertical Title and Text">
    <p:bg>
      <p:bgPr>
        <a:solidFill>
          <a:srgbClr val="001B4D"/>
        </a:solidFill>
        <a:effectLst/>
      </p:bgPr>
    </p:bg>
    <p:spTree>
      <p:nvGrpSpPr>
        <p:cNvPr id="1" name=""/>
        <p:cNvGrpSpPr/>
        <p:nvPr/>
      </p:nvGrpSpPr>
      <p:grpSpPr>
        <a:xfrm>
          <a:off x="0" y="0"/>
          <a:ext cx="0" cy="0"/>
          <a:chOff x="0" y="0"/>
          <a:chExt cx="0" cy="0"/>
        </a:xfrm>
      </p:grpSpPr>
      <p:sp>
        <p:nvSpPr>
          <p:cNvPr id="4" name="Picture Placeholder 12">
            <a:extLst>
              <a:ext uri="{FF2B5EF4-FFF2-40B4-BE49-F238E27FC236}">
                <a16:creationId xmlns:a16="http://schemas.microsoft.com/office/drawing/2014/main" id="{14576114-4EE3-A4A4-76CC-B9B2275D1EE1}"/>
              </a:ext>
            </a:extLst>
          </p:cNvPr>
          <p:cNvSpPr>
            <a:spLocks noGrp="1"/>
          </p:cNvSpPr>
          <p:nvPr>
            <p:ph type="pic" sz="quarter" idx="10"/>
          </p:nvPr>
        </p:nvSpPr>
        <p:spPr>
          <a:xfrm>
            <a:off x="2752140" y="0"/>
            <a:ext cx="2066602" cy="2902857"/>
          </a:xfrm>
          <a:custGeom>
            <a:avLst/>
            <a:gdLst>
              <a:gd name="connsiteX0" fmla="*/ 0 w 2066602"/>
              <a:gd name="connsiteY0" fmla="*/ 0 h 2902857"/>
              <a:gd name="connsiteX1" fmla="*/ 2066602 w 2066602"/>
              <a:gd name="connsiteY1" fmla="*/ 0 h 2902857"/>
              <a:gd name="connsiteX2" fmla="*/ 2066602 w 2066602"/>
              <a:gd name="connsiteY2" fmla="*/ 2902857 h 2902857"/>
              <a:gd name="connsiteX3" fmla="*/ 0 w 2066602"/>
              <a:gd name="connsiteY3" fmla="*/ 2902857 h 2902857"/>
            </a:gdLst>
            <a:ahLst/>
            <a:cxnLst>
              <a:cxn ang="0">
                <a:pos x="connsiteX0" y="connsiteY0"/>
              </a:cxn>
              <a:cxn ang="0">
                <a:pos x="connsiteX1" y="connsiteY1"/>
              </a:cxn>
              <a:cxn ang="0">
                <a:pos x="connsiteX2" y="connsiteY2"/>
              </a:cxn>
              <a:cxn ang="0">
                <a:pos x="connsiteX3" y="connsiteY3"/>
              </a:cxn>
            </a:cxnLst>
            <a:rect l="l" t="t" r="r" b="b"/>
            <a:pathLst>
              <a:path w="2066602" h="2902857">
                <a:moveTo>
                  <a:pt x="0" y="0"/>
                </a:moveTo>
                <a:lnTo>
                  <a:pt x="2066602" y="0"/>
                </a:lnTo>
                <a:lnTo>
                  <a:pt x="2066602" y="2902857"/>
                </a:lnTo>
                <a:lnTo>
                  <a:pt x="0" y="2902857"/>
                </a:lnTo>
                <a:close/>
              </a:path>
            </a:pathLst>
          </a:custGeom>
          <a:solidFill>
            <a:schemeClr val="bg1">
              <a:lumMod val="95000"/>
            </a:schemeClr>
          </a:solidFill>
        </p:spPr>
        <p:txBody>
          <a:bodyPr wrap="square">
            <a:noAutofit/>
          </a:bodyPr>
          <a:lstStyle>
            <a:lvl1pPr>
              <a:defRPr sz="1200"/>
            </a:lvl1pPr>
          </a:lstStyle>
          <a:p>
            <a:endParaRPr lang="en-ID"/>
          </a:p>
        </p:txBody>
      </p:sp>
      <p:sp>
        <p:nvSpPr>
          <p:cNvPr id="5" name="Picture Placeholder 13">
            <a:extLst>
              <a:ext uri="{FF2B5EF4-FFF2-40B4-BE49-F238E27FC236}">
                <a16:creationId xmlns:a16="http://schemas.microsoft.com/office/drawing/2014/main" id="{F3B5096E-B439-B90B-5317-2550E3B65668}"/>
              </a:ext>
            </a:extLst>
          </p:cNvPr>
          <p:cNvSpPr>
            <a:spLocks noGrp="1"/>
          </p:cNvSpPr>
          <p:nvPr>
            <p:ph type="pic" sz="quarter" idx="11"/>
          </p:nvPr>
        </p:nvSpPr>
        <p:spPr>
          <a:xfrm>
            <a:off x="2752140" y="3033601"/>
            <a:ext cx="2066602" cy="3316398"/>
          </a:xfrm>
          <a:custGeom>
            <a:avLst/>
            <a:gdLst>
              <a:gd name="connsiteX0" fmla="*/ 0 w 2066602"/>
              <a:gd name="connsiteY0" fmla="*/ 0 h 3316398"/>
              <a:gd name="connsiteX1" fmla="*/ 2066602 w 2066602"/>
              <a:gd name="connsiteY1" fmla="*/ 0 h 3316398"/>
              <a:gd name="connsiteX2" fmla="*/ 2066602 w 2066602"/>
              <a:gd name="connsiteY2" fmla="*/ 3316398 h 3316398"/>
              <a:gd name="connsiteX3" fmla="*/ 0 w 2066602"/>
              <a:gd name="connsiteY3" fmla="*/ 3316398 h 3316398"/>
            </a:gdLst>
            <a:ahLst/>
            <a:cxnLst>
              <a:cxn ang="0">
                <a:pos x="connsiteX0" y="connsiteY0"/>
              </a:cxn>
              <a:cxn ang="0">
                <a:pos x="connsiteX1" y="connsiteY1"/>
              </a:cxn>
              <a:cxn ang="0">
                <a:pos x="connsiteX2" y="connsiteY2"/>
              </a:cxn>
              <a:cxn ang="0">
                <a:pos x="connsiteX3" y="connsiteY3"/>
              </a:cxn>
            </a:cxnLst>
            <a:rect l="l" t="t" r="r" b="b"/>
            <a:pathLst>
              <a:path w="2066602" h="3316398">
                <a:moveTo>
                  <a:pt x="0" y="0"/>
                </a:moveTo>
                <a:lnTo>
                  <a:pt x="2066602" y="0"/>
                </a:lnTo>
                <a:lnTo>
                  <a:pt x="2066602" y="3316398"/>
                </a:lnTo>
                <a:lnTo>
                  <a:pt x="0" y="3316398"/>
                </a:lnTo>
                <a:close/>
              </a:path>
            </a:pathLst>
          </a:custGeom>
          <a:solidFill>
            <a:schemeClr val="bg1">
              <a:lumMod val="95000"/>
            </a:schemeClr>
          </a:solidFill>
        </p:spPr>
        <p:txBody>
          <a:bodyPr wrap="square">
            <a:noAutofit/>
          </a:bodyPr>
          <a:lstStyle>
            <a:lvl1pPr>
              <a:defRPr sz="1200"/>
            </a:lvl1pPr>
          </a:lstStyle>
          <a:p>
            <a:endParaRPr lang="en-ID"/>
          </a:p>
        </p:txBody>
      </p:sp>
      <p:sp>
        <p:nvSpPr>
          <p:cNvPr id="6" name="Picture Placeholder 11">
            <a:extLst>
              <a:ext uri="{FF2B5EF4-FFF2-40B4-BE49-F238E27FC236}">
                <a16:creationId xmlns:a16="http://schemas.microsoft.com/office/drawing/2014/main" id="{7E850367-FBF9-B7B1-9E76-EC2982182771}"/>
              </a:ext>
            </a:extLst>
          </p:cNvPr>
          <p:cNvSpPr>
            <a:spLocks noGrp="1"/>
          </p:cNvSpPr>
          <p:nvPr>
            <p:ph type="pic" sz="quarter" idx="12"/>
          </p:nvPr>
        </p:nvSpPr>
        <p:spPr>
          <a:xfrm>
            <a:off x="537027" y="798286"/>
            <a:ext cx="2066602" cy="3316398"/>
          </a:xfrm>
          <a:custGeom>
            <a:avLst/>
            <a:gdLst>
              <a:gd name="connsiteX0" fmla="*/ 0 w 2066602"/>
              <a:gd name="connsiteY0" fmla="*/ 0 h 3316398"/>
              <a:gd name="connsiteX1" fmla="*/ 2066602 w 2066602"/>
              <a:gd name="connsiteY1" fmla="*/ 0 h 3316398"/>
              <a:gd name="connsiteX2" fmla="*/ 2066602 w 2066602"/>
              <a:gd name="connsiteY2" fmla="*/ 3316398 h 3316398"/>
              <a:gd name="connsiteX3" fmla="*/ 0 w 2066602"/>
              <a:gd name="connsiteY3" fmla="*/ 3316398 h 3316398"/>
            </a:gdLst>
            <a:ahLst/>
            <a:cxnLst>
              <a:cxn ang="0">
                <a:pos x="connsiteX0" y="connsiteY0"/>
              </a:cxn>
              <a:cxn ang="0">
                <a:pos x="connsiteX1" y="connsiteY1"/>
              </a:cxn>
              <a:cxn ang="0">
                <a:pos x="connsiteX2" y="connsiteY2"/>
              </a:cxn>
              <a:cxn ang="0">
                <a:pos x="connsiteX3" y="connsiteY3"/>
              </a:cxn>
            </a:cxnLst>
            <a:rect l="l" t="t" r="r" b="b"/>
            <a:pathLst>
              <a:path w="2066602" h="3316398">
                <a:moveTo>
                  <a:pt x="0" y="0"/>
                </a:moveTo>
                <a:lnTo>
                  <a:pt x="2066602" y="0"/>
                </a:lnTo>
                <a:lnTo>
                  <a:pt x="2066602" y="3316398"/>
                </a:lnTo>
                <a:lnTo>
                  <a:pt x="0" y="3316398"/>
                </a:lnTo>
                <a:close/>
              </a:path>
            </a:pathLst>
          </a:custGeom>
          <a:solidFill>
            <a:schemeClr val="bg1">
              <a:lumMod val="95000"/>
            </a:schemeClr>
          </a:solidFill>
        </p:spPr>
        <p:txBody>
          <a:bodyPr wrap="square">
            <a:noAutofit/>
          </a:bodyPr>
          <a:lstStyle>
            <a:lvl1pPr>
              <a:defRPr sz="1200"/>
            </a:lvl1pPr>
          </a:lstStyle>
          <a:p>
            <a:endParaRPr lang="en-ID"/>
          </a:p>
        </p:txBody>
      </p:sp>
      <p:sp>
        <p:nvSpPr>
          <p:cNvPr id="7" name="Picture Placeholder 14">
            <a:extLst>
              <a:ext uri="{FF2B5EF4-FFF2-40B4-BE49-F238E27FC236}">
                <a16:creationId xmlns:a16="http://schemas.microsoft.com/office/drawing/2014/main" id="{B7999D6D-BA9E-A93A-5AB4-A94911B24D0E}"/>
              </a:ext>
            </a:extLst>
          </p:cNvPr>
          <p:cNvSpPr>
            <a:spLocks noGrp="1"/>
          </p:cNvSpPr>
          <p:nvPr>
            <p:ph type="pic" sz="quarter" idx="13"/>
          </p:nvPr>
        </p:nvSpPr>
        <p:spPr>
          <a:xfrm>
            <a:off x="537027" y="4277251"/>
            <a:ext cx="2066602" cy="2072748"/>
          </a:xfrm>
          <a:custGeom>
            <a:avLst/>
            <a:gdLst>
              <a:gd name="connsiteX0" fmla="*/ 0 w 2066602"/>
              <a:gd name="connsiteY0" fmla="*/ 0 h 2072748"/>
              <a:gd name="connsiteX1" fmla="*/ 2066602 w 2066602"/>
              <a:gd name="connsiteY1" fmla="*/ 0 h 2072748"/>
              <a:gd name="connsiteX2" fmla="*/ 2066602 w 2066602"/>
              <a:gd name="connsiteY2" fmla="*/ 2072748 h 2072748"/>
              <a:gd name="connsiteX3" fmla="*/ 0 w 2066602"/>
              <a:gd name="connsiteY3" fmla="*/ 2072748 h 2072748"/>
            </a:gdLst>
            <a:ahLst/>
            <a:cxnLst>
              <a:cxn ang="0">
                <a:pos x="connsiteX0" y="connsiteY0"/>
              </a:cxn>
              <a:cxn ang="0">
                <a:pos x="connsiteX1" y="connsiteY1"/>
              </a:cxn>
              <a:cxn ang="0">
                <a:pos x="connsiteX2" y="connsiteY2"/>
              </a:cxn>
              <a:cxn ang="0">
                <a:pos x="connsiteX3" y="connsiteY3"/>
              </a:cxn>
            </a:cxnLst>
            <a:rect l="l" t="t" r="r" b="b"/>
            <a:pathLst>
              <a:path w="2066602" h="2072748">
                <a:moveTo>
                  <a:pt x="0" y="0"/>
                </a:moveTo>
                <a:lnTo>
                  <a:pt x="2066602" y="0"/>
                </a:lnTo>
                <a:lnTo>
                  <a:pt x="2066602" y="2072748"/>
                </a:lnTo>
                <a:lnTo>
                  <a:pt x="0" y="2072748"/>
                </a:lnTo>
                <a:close/>
              </a:path>
            </a:pathLst>
          </a:custGeom>
          <a:solidFill>
            <a:schemeClr val="bg1">
              <a:lumMod val="95000"/>
            </a:schemeClr>
          </a:solidFill>
        </p:spPr>
        <p:txBody>
          <a:bodyPr wrap="square">
            <a:noAutofit/>
          </a:bodyPr>
          <a:lstStyle>
            <a:lvl1pPr>
              <a:defRPr sz="1200"/>
            </a:lvl1pPr>
          </a:lstStyle>
          <a:p>
            <a:endParaRPr lang="en-ID" dirty="0"/>
          </a:p>
        </p:txBody>
      </p:sp>
      <p:sp>
        <p:nvSpPr>
          <p:cNvPr id="8" name="Content Placeholder 2">
            <a:extLst>
              <a:ext uri="{FF2B5EF4-FFF2-40B4-BE49-F238E27FC236}">
                <a16:creationId xmlns:a16="http://schemas.microsoft.com/office/drawing/2014/main" id="{96F213A9-305D-2AFC-FF34-19434A2D95EE}"/>
              </a:ext>
            </a:extLst>
          </p:cNvPr>
          <p:cNvSpPr>
            <a:spLocks noGrp="1"/>
          </p:cNvSpPr>
          <p:nvPr>
            <p:ph idx="1"/>
          </p:nvPr>
        </p:nvSpPr>
        <p:spPr>
          <a:xfrm>
            <a:off x="5071533" y="273051"/>
            <a:ext cx="6815667" cy="5853113"/>
          </a:xfrm>
        </p:spPr>
        <p:txBody>
          <a:bodyPr/>
          <a:lstStyle>
            <a:lvl1pPr>
              <a:defRPr sz="3200">
                <a:solidFill>
                  <a:schemeClr val="accent5"/>
                </a:solidFill>
              </a:defRPr>
            </a:lvl1pPr>
            <a:lvl2pPr>
              <a:defRPr sz="2800">
                <a:solidFill>
                  <a:schemeClr val="bg1"/>
                </a:solidFill>
              </a:defRPr>
            </a:lvl2pPr>
            <a:lvl3pPr>
              <a:defRPr sz="2400">
                <a:solidFill>
                  <a:schemeClr val="bg1"/>
                </a:solidFill>
              </a:defRPr>
            </a:lvl3pPr>
            <a:lvl4pPr>
              <a:defRPr sz="2000">
                <a:solidFill>
                  <a:schemeClr val="bg1"/>
                </a:solidFill>
              </a:defRPr>
            </a:lvl4pPr>
            <a:lvl5pPr>
              <a:defRPr sz="2000">
                <a:solidFill>
                  <a:schemeClr val="bg1"/>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10561370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_Vertical Title and Text">
    <p:spTree>
      <p:nvGrpSpPr>
        <p:cNvPr id="1" name=""/>
        <p:cNvGrpSpPr/>
        <p:nvPr/>
      </p:nvGrpSpPr>
      <p:grpSpPr>
        <a:xfrm>
          <a:off x="0" y="0"/>
          <a:ext cx="0" cy="0"/>
          <a:chOff x="0" y="0"/>
          <a:chExt cx="0" cy="0"/>
        </a:xfrm>
      </p:grpSpPr>
      <p:sp>
        <p:nvSpPr>
          <p:cNvPr id="2" name="Picture Placeholder 14">
            <a:extLst>
              <a:ext uri="{FF2B5EF4-FFF2-40B4-BE49-F238E27FC236}">
                <a16:creationId xmlns:a16="http://schemas.microsoft.com/office/drawing/2014/main" id="{098A0508-16C0-1CB1-9EB2-E710C774CB8D}"/>
              </a:ext>
            </a:extLst>
          </p:cNvPr>
          <p:cNvSpPr>
            <a:spLocks noGrp="1"/>
          </p:cNvSpPr>
          <p:nvPr>
            <p:ph type="pic" sz="quarter" idx="10"/>
          </p:nvPr>
        </p:nvSpPr>
        <p:spPr>
          <a:xfrm>
            <a:off x="1" y="3744686"/>
            <a:ext cx="2941261"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1200">
                <a:latin typeface="+mn-lt"/>
              </a:defRPr>
            </a:lvl1pPr>
          </a:lstStyle>
          <a:p>
            <a:endParaRPr lang="en-ID"/>
          </a:p>
        </p:txBody>
      </p:sp>
      <p:sp>
        <p:nvSpPr>
          <p:cNvPr id="3" name="Picture Placeholder 13">
            <a:extLst>
              <a:ext uri="{FF2B5EF4-FFF2-40B4-BE49-F238E27FC236}">
                <a16:creationId xmlns:a16="http://schemas.microsoft.com/office/drawing/2014/main" id="{60EB9AD5-7DDC-2BFA-AF2C-9962B35D0ED0}"/>
              </a:ext>
            </a:extLst>
          </p:cNvPr>
          <p:cNvSpPr>
            <a:spLocks noGrp="1"/>
          </p:cNvSpPr>
          <p:nvPr>
            <p:ph type="pic" sz="quarter" idx="11"/>
          </p:nvPr>
        </p:nvSpPr>
        <p:spPr>
          <a:xfrm>
            <a:off x="3083581" y="3744686"/>
            <a:ext cx="2941261"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1200">
                <a:latin typeface="+mn-lt"/>
              </a:defRPr>
            </a:lvl1pPr>
          </a:lstStyle>
          <a:p>
            <a:endParaRPr lang="en-ID"/>
          </a:p>
        </p:txBody>
      </p:sp>
      <p:sp>
        <p:nvSpPr>
          <p:cNvPr id="9" name="Picture Placeholder 12">
            <a:extLst>
              <a:ext uri="{FF2B5EF4-FFF2-40B4-BE49-F238E27FC236}">
                <a16:creationId xmlns:a16="http://schemas.microsoft.com/office/drawing/2014/main" id="{F2B4AB36-8724-FDDC-F151-CBD3C7917C5E}"/>
              </a:ext>
            </a:extLst>
          </p:cNvPr>
          <p:cNvSpPr>
            <a:spLocks noGrp="1"/>
          </p:cNvSpPr>
          <p:nvPr>
            <p:ph type="pic" sz="quarter" idx="12"/>
          </p:nvPr>
        </p:nvSpPr>
        <p:spPr>
          <a:xfrm>
            <a:off x="6167161" y="3744686"/>
            <a:ext cx="2941261"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1200">
                <a:latin typeface="+mn-lt"/>
              </a:defRPr>
            </a:lvl1pPr>
          </a:lstStyle>
          <a:p>
            <a:endParaRPr lang="en-ID"/>
          </a:p>
        </p:txBody>
      </p:sp>
      <p:sp>
        <p:nvSpPr>
          <p:cNvPr id="10" name="Picture Placeholder 11">
            <a:extLst>
              <a:ext uri="{FF2B5EF4-FFF2-40B4-BE49-F238E27FC236}">
                <a16:creationId xmlns:a16="http://schemas.microsoft.com/office/drawing/2014/main" id="{7807B4DD-82EF-E592-BE1A-58254BBE34FF}"/>
              </a:ext>
            </a:extLst>
          </p:cNvPr>
          <p:cNvSpPr>
            <a:spLocks noGrp="1"/>
          </p:cNvSpPr>
          <p:nvPr>
            <p:ph type="pic" sz="quarter" idx="13"/>
          </p:nvPr>
        </p:nvSpPr>
        <p:spPr>
          <a:xfrm>
            <a:off x="9250740" y="3744686"/>
            <a:ext cx="2941261"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1200">
                <a:latin typeface="+mn-lt"/>
              </a:defRPr>
            </a:lvl1pPr>
          </a:lstStyle>
          <a:p>
            <a:endParaRPr lang="en-ID"/>
          </a:p>
        </p:txBody>
      </p:sp>
      <p:sp>
        <p:nvSpPr>
          <p:cNvPr id="11" name="Title 1">
            <a:extLst>
              <a:ext uri="{FF2B5EF4-FFF2-40B4-BE49-F238E27FC236}">
                <a16:creationId xmlns:a16="http://schemas.microsoft.com/office/drawing/2014/main" id="{D78BA4D9-57E1-A80D-3014-2BD0F878AF31}"/>
              </a:ext>
            </a:extLst>
          </p:cNvPr>
          <p:cNvSpPr>
            <a:spLocks noGrp="1"/>
          </p:cNvSpPr>
          <p:nvPr>
            <p:ph type="title"/>
          </p:nvPr>
        </p:nvSpPr>
        <p:spPr>
          <a:xfrm>
            <a:off x="295352" y="274638"/>
            <a:ext cx="10457373" cy="1143000"/>
          </a:xfrm>
        </p:spPr>
        <p:txBody>
          <a:bodyPr/>
          <a:lstStyle>
            <a:lvl1pPr>
              <a:defRPr>
                <a:solidFill>
                  <a:schemeClr val="tx2"/>
                </a:solidFill>
              </a:defRPr>
            </a:lvl1pPr>
          </a:lstStyle>
          <a:p>
            <a:r>
              <a:rPr lang="en-US" dirty="0"/>
              <a:t>Click to edit Master title style</a:t>
            </a:r>
            <a:endParaRPr lang="en-GB" dirty="0"/>
          </a:p>
        </p:txBody>
      </p:sp>
      <p:sp>
        <p:nvSpPr>
          <p:cNvPr id="12" name="Content Placeholder 2">
            <a:extLst>
              <a:ext uri="{FF2B5EF4-FFF2-40B4-BE49-F238E27FC236}">
                <a16:creationId xmlns:a16="http://schemas.microsoft.com/office/drawing/2014/main" id="{245A25BC-C7C5-6433-D8E4-A5DF23106C71}"/>
              </a:ext>
            </a:extLst>
          </p:cNvPr>
          <p:cNvSpPr>
            <a:spLocks noGrp="1"/>
          </p:cNvSpPr>
          <p:nvPr>
            <p:ph idx="1"/>
          </p:nvPr>
        </p:nvSpPr>
        <p:spPr>
          <a:xfrm>
            <a:off x="295352" y="1417638"/>
            <a:ext cx="11601296" cy="45259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13" name="Picture 10" descr="APU Logo Final-medium.jpg">
            <a:extLst>
              <a:ext uri="{FF2B5EF4-FFF2-40B4-BE49-F238E27FC236}">
                <a16:creationId xmlns:a16="http://schemas.microsoft.com/office/drawing/2014/main" id="{C388C33F-8C44-39F0-8C2F-7CF690D3C16C}"/>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9274900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3_Vertical Title and Text">
    <p:bg>
      <p:bgPr>
        <a:solidFill>
          <a:srgbClr val="001B4D"/>
        </a:solidFill>
        <a:effectLst/>
      </p:bgPr>
    </p:bg>
    <p:spTree>
      <p:nvGrpSpPr>
        <p:cNvPr id="1" name=""/>
        <p:cNvGrpSpPr/>
        <p:nvPr/>
      </p:nvGrpSpPr>
      <p:grpSpPr>
        <a:xfrm>
          <a:off x="0" y="0"/>
          <a:ext cx="0" cy="0"/>
          <a:chOff x="0" y="0"/>
          <a:chExt cx="0" cy="0"/>
        </a:xfrm>
      </p:grpSpPr>
      <p:sp>
        <p:nvSpPr>
          <p:cNvPr id="2" name="Picture Placeholder 14">
            <a:extLst>
              <a:ext uri="{FF2B5EF4-FFF2-40B4-BE49-F238E27FC236}">
                <a16:creationId xmlns:a16="http://schemas.microsoft.com/office/drawing/2014/main" id="{098A0508-16C0-1CB1-9EB2-E710C774CB8D}"/>
              </a:ext>
            </a:extLst>
          </p:cNvPr>
          <p:cNvSpPr>
            <a:spLocks noGrp="1"/>
          </p:cNvSpPr>
          <p:nvPr>
            <p:ph type="pic" sz="quarter" idx="10"/>
          </p:nvPr>
        </p:nvSpPr>
        <p:spPr>
          <a:xfrm>
            <a:off x="1" y="3744686"/>
            <a:ext cx="2941261"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1200">
                <a:latin typeface="+mn-lt"/>
              </a:defRPr>
            </a:lvl1pPr>
          </a:lstStyle>
          <a:p>
            <a:endParaRPr lang="en-ID"/>
          </a:p>
        </p:txBody>
      </p:sp>
      <p:sp>
        <p:nvSpPr>
          <p:cNvPr id="3" name="Picture Placeholder 13">
            <a:extLst>
              <a:ext uri="{FF2B5EF4-FFF2-40B4-BE49-F238E27FC236}">
                <a16:creationId xmlns:a16="http://schemas.microsoft.com/office/drawing/2014/main" id="{60EB9AD5-7DDC-2BFA-AF2C-9962B35D0ED0}"/>
              </a:ext>
            </a:extLst>
          </p:cNvPr>
          <p:cNvSpPr>
            <a:spLocks noGrp="1"/>
          </p:cNvSpPr>
          <p:nvPr>
            <p:ph type="pic" sz="quarter" idx="11"/>
          </p:nvPr>
        </p:nvSpPr>
        <p:spPr>
          <a:xfrm>
            <a:off x="3083581" y="3744686"/>
            <a:ext cx="2941261"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1200">
                <a:latin typeface="+mn-lt"/>
              </a:defRPr>
            </a:lvl1pPr>
          </a:lstStyle>
          <a:p>
            <a:endParaRPr lang="en-ID"/>
          </a:p>
        </p:txBody>
      </p:sp>
      <p:sp>
        <p:nvSpPr>
          <p:cNvPr id="9" name="Picture Placeholder 12">
            <a:extLst>
              <a:ext uri="{FF2B5EF4-FFF2-40B4-BE49-F238E27FC236}">
                <a16:creationId xmlns:a16="http://schemas.microsoft.com/office/drawing/2014/main" id="{F2B4AB36-8724-FDDC-F151-CBD3C7917C5E}"/>
              </a:ext>
            </a:extLst>
          </p:cNvPr>
          <p:cNvSpPr>
            <a:spLocks noGrp="1"/>
          </p:cNvSpPr>
          <p:nvPr>
            <p:ph type="pic" sz="quarter" idx="12"/>
          </p:nvPr>
        </p:nvSpPr>
        <p:spPr>
          <a:xfrm>
            <a:off x="6167161" y="3744686"/>
            <a:ext cx="2941261"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1200">
                <a:latin typeface="+mn-lt"/>
              </a:defRPr>
            </a:lvl1pPr>
          </a:lstStyle>
          <a:p>
            <a:endParaRPr lang="en-ID"/>
          </a:p>
        </p:txBody>
      </p:sp>
      <p:sp>
        <p:nvSpPr>
          <p:cNvPr id="10" name="Picture Placeholder 11">
            <a:extLst>
              <a:ext uri="{FF2B5EF4-FFF2-40B4-BE49-F238E27FC236}">
                <a16:creationId xmlns:a16="http://schemas.microsoft.com/office/drawing/2014/main" id="{7807B4DD-82EF-E592-BE1A-58254BBE34FF}"/>
              </a:ext>
            </a:extLst>
          </p:cNvPr>
          <p:cNvSpPr>
            <a:spLocks noGrp="1"/>
          </p:cNvSpPr>
          <p:nvPr>
            <p:ph type="pic" sz="quarter" idx="13"/>
          </p:nvPr>
        </p:nvSpPr>
        <p:spPr>
          <a:xfrm>
            <a:off x="9250740" y="3744686"/>
            <a:ext cx="2941261"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1200">
                <a:latin typeface="+mn-lt"/>
              </a:defRPr>
            </a:lvl1pPr>
          </a:lstStyle>
          <a:p>
            <a:endParaRPr lang="en-ID"/>
          </a:p>
        </p:txBody>
      </p:sp>
      <p:sp>
        <p:nvSpPr>
          <p:cNvPr id="11" name="Title 1">
            <a:extLst>
              <a:ext uri="{FF2B5EF4-FFF2-40B4-BE49-F238E27FC236}">
                <a16:creationId xmlns:a16="http://schemas.microsoft.com/office/drawing/2014/main" id="{D78BA4D9-57E1-A80D-3014-2BD0F878AF31}"/>
              </a:ext>
            </a:extLst>
          </p:cNvPr>
          <p:cNvSpPr>
            <a:spLocks noGrp="1"/>
          </p:cNvSpPr>
          <p:nvPr>
            <p:ph type="title"/>
          </p:nvPr>
        </p:nvSpPr>
        <p:spPr>
          <a:xfrm>
            <a:off x="295352" y="274638"/>
            <a:ext cx="10457373" cy="1143000"/>
          </a:xfrm>
        </p:spPr>
        <p:txBody>
          <a:bodyPr/>
          <a:lstStyle>
            <a:lvl1pPr>
              <a:defRPr>
                <a:solidFill>
                  <a:schemeClr val="accent5"/>
                </a:solidFill>
              </a:defRPr>
            </a:lvl1pPr>
          </a:lstStyle>
          <a:p>
            <a:r>
              <a:rPr lang="en-US" dirty="0"/>
              <a:t>Click to edit Master title style</a:t>
            </a:r>
            <a:endParaRPr lang="en-GB" dirty="0"/>
          </a:p>
        </p:txBody>
      </p:sp>
      <p:sp>
        <p:nvSpPr>
          <p:cNvPr id="12" name="Content Placeholder 2">
            <a:extLst>
              <a:ext uri="{FF2B5EF4-FFF2-40B4-BE49-F238E27FC236}">
                <a16:creationId xmlns:a16="http://schemas.microsoft.com/office/drawing/2014/main" id="{245A25BC-C7C5-6433-D8E4-A5DF23106C71}"/>
              </a:ext>
            </a:extLst>
          </p:cNvPr>
          <p:cNvSpPr>
            <a:spLocks noGrp="1"/>
          </p:cNvSpPr>
          <p:nvPr>
            <p:ph idx="1"/>
          </p:nvPr>
        </p:nvSpPr>
        <p:spPr>
          <a:xfrm>
            <a:off x="295352" y="1417638"/>
            <a:ext cx="11601296" cy="452596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4" name="Picture 3" descr="Logo, company name&#10;&#10;Description automatically generated">
            <a:extLst>
              <a:ext uri="{FF2B5EF4-FFF2-40B4-BE49-F238E27FC236}">
                <a16:creationId xmlns:a16="http://schemas.microsoft.com/office/drawing/2014/main" id="{13D2297B-429D-D242-496A-D8036CC69E9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17943" y="27044"/>
            <a:ext cx="1045812" cy="981307"/>
          </a:xfrm>
          <a:prstGeom prst="rect">
            <a:avLst/>
          </a:prstGeom>
        </p:spPr>
      </p:pic>
    </p:spTree>
    <p:extLst>
      <p:ext uri="{BB962C8B-B14F-4D97-AF65-F5344CB8AC3E}">
        <p14:creationId xmlns:p14="http://schemas.microsoft.com/office/powerpoint/2010/main" val="216929512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microsoft.com/office/2007/relationships/hdphoto" Target="../media/hdphoto1.wdp"/><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image" Target="../media/image1.png"/><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descr="A picture containing outdoor object, honeycomb&#10;&#10;Description automatically generated">
            <a:extLst>
              <a:ext uri="{FF2B5EF4-FFF2-40B4-BE49-F238E27FC236}">
                <a16:creationId xmlns:a16="http://schemas.microsoft.com/office/drawing/2014/main" id="{ECC693F6-F024-A3A9-24FB-E8ED5704B67C}"/>
              </a:ext>
            </a:extLst>
          </p:cNvPr>
          <p:cNvPicPr>
            <a:picLocks noChangeAspect="1"/>
          </p:cNvPicPr>
          <p:nvPr userDrawn="1"/>
        </p:nvPicPr>
        <p:blipFill rotWithShape="1">
          <a:blip r:embed="rId43">
            <a:extLst>
              <a:ext uri="{BEBA8EAE-BF5A-486C-A8C5-ECC9F3942E4B}">
                <a14:imgProps xmlns:a14="http://schemas.microsoft.com/office/drawing/2010/main">
                  <a14:imgLayer r:embed="rId44">
                    <a14:imgEffect>
                      <a14:saturation sat="66000"/>
                    </a14:imgEffect>
                  </a14:imgLayer>
                </a14:imgProps>
              </a:ext>
              <a:ext uri="{28A0092B-C50C-407E-A947-70E740481C1C}">
                <a14:useLocalDpi xmlns:a14="http://schemas.microsoft.com/office/drawing/2010/main" val="0"/>
              </a:ext>
            </a:extLst>
          </a:blip>
          <a:srcRect t="94815"/>
          <a:stretch/>
        </p:blipFill>
        <p:spPr>
          <a:xfrm>
            <a:off x="0" y="6502398"/>
            <a:ext cx="12192000" cy="355601"/>
          </a:xfrm>
          <a:prstGeom prst="rect">
            <a:avLst/>
          </a:prstGeom>
        </p:spPr>
      </p:pic>
      <p:sp>
        <p:nvSpPr>
          <p:cNvPr id="1028" name="Rectangle 4">
            <a:extLst>
              <a:ext uri="{FF2B5EF4-FFF2-40B4-BE49-F238E27FC236}">
                <a16:creationId xmlns:a16="http://schemas.microsoft.com/office/drawing/2014/main" id="{B623752B-4505-458A-8F13-B97CEB0BB875}"/>
              </a:ext>
            </a:extLst>
          </p:cNvPr>
          <p:cNvSpPr>
            <a:spLocks noGrp="1" noChangeArrowheads="1"/>
          </p:cNvSpPr>
          <p:nvPr>
            <p:ph type="body" idx="1"/>
          </p:nvPr>
        </p:nvSpPr>
        <p:spPr bwMode="auto">
          <a:xfrm>
            <a:off x="254000" y="1697038"/>
            <a:ext cx="1174750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dirty="0"/>
              <a:t>Click to edit Master text styles</a:t>
            </a:r>
          </a:p>
          <a:p>
            <a:pPr lvl="1"/>
            <a:r>
              <a:rPr lang="en-GB" altLang="en-US" dirty="0"/>
              <a:t>Second level</a:t>
            </a:r>
          </a:p>
          <a:p>
            <a:pPr lvl="2"/>
            <a:r>
              <a:rPr lang="en-GB" altLang="en-US" dirty="0"/>
              <a:t>Third level</a:t>
            </a:r>
          </a:p>
          <a:p>
            <a:pPr lvl="3"/>
            <a:r>
              <a:rPr lang="en-GB" altLang="en-US" dirty="0"/>
              <a:t>Fourth level</a:t>
            </a:r>
          </a:p>
          <a:p>
            <a:pPr lvl="4"/>
            <a:r>
              <a:rPr lang="en-GB" altLang="en-US" dirty="0"/>
              <a:t>Fifth level</a:t>
            </a:r>
          </a:p>
        </p:txBody>
      </p:sp>
      <p:sp>
        <p:nvSpPr>
          <p:cNvPr id="1029" name="Rectangle 6">
            <a:extLst>
              <a:ext uri="{FF2B5EF4-FFF2-40B4-BE49-F238E27FC236}">
                <a16:creationId xmlns:a16="http://schemas.microsoft.com/office/drawing/2014/main" id="{4D7F5865-615B-424A-A375-A8F1EEAE744B}"/>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dirty="0"/>
              <a:t>Click to edit Master title style</a:t>
            </a:r>
          </a:p>
        </p:txBody>
      </p:sp>
      <p:sp>
        <p:nvSpPr>
          <p:cNvPr id="2" name="TextBox 1">
            <a:extLst>
              <a:ext uri="{FF2B5EF4-FFF2-40B4-BE49-F238E27FC236}">
                <a16:creationId xmlns:a16="http://schemas.microsoft.com/office/drawing/2014/main" id="{A748569D-7387-4D30-B100-DC94E7D1863E}"/>
              </a:ext>
            </a:extLst>
          </p:cNvPr>
          <p:cNvSpPr txBox="1"/>
          <p:nvPr userDrawn="1"/>
        </p:nvSpPr>
        <p:spPr>
          <a:xfrm>
            <a:off x="10859590" y="6588371"/>
            <a:ext cx="1550125" cy="215444"/>
          </a:xfrm>
          <a:prstGeom prst="rect">
            <a:avLst/>
          </a:prstGeom>
          <a:noFill/>
        </p:spPr>
        <p:txBody>
          <a:bodyPr wrap="square" rtlCol="0">
            <a:spAutoFit/>
          </a:bodyPr>
          <a:lstStyle/>
          <a:p>
            <a:pPr algn="ctr"/>
            <a:r>
              <a:rPr lang="en-US" sz="800" dirty="0">
                <a:solidFill>
                  <a:schemeClr val="bg2"/>
                </a:solidFill>
                <a:latin typeface="Montserrat" panose="00000500000000000000" pitchFamily="2" charset="0"/>
              </a:rPr>
              <a:t>SLIDE </a:t>
            </a:r>
            <a:fld id="{7E7DF8DA-2BBC-4974-99EF-62657F72EFE3}" type="slidenum">
              <a:rPr lang="en-US" sz="800" smtClean="0">
                <a:solidFill>
                  <a:schemeClr val="bg2"/>
                </a:solidFill>
                <a:latin typeface="Montserrat" panose="00000500000000000000" pitchFamily="2" charset="0"/>
              </a:rPr>
              <a:pPr algn="ctr"/>
              <a:t>‹#›</a:t>
            </a:fld>
            <a:endParaRPr lang="en-US" sz="800" dirty="0">
              <a:solidFill>
                <a:schemeClr val="bg2"/>
              </a:solidFill>
              <a:latin typeface="Montserrat" panose="00000500000000000000" pitchFamily="2" charset="0"/>
            </a:endParaRPr>
          </a:p>
        </p:txBody>
      </p:sp>
      <p:sp>
        <p:nvSpPr>
          <p:cNvPr id="3" name="TextBox 2">
            <a:extLst>
              <a:ext uri="{FF2B5EF4-FFF2-40B4-BE49-F238E27FC236}">
                <a16:creationId xmlns:a16="http://schemas.microsoft.com/office/drawing/2014/main" id="{86DC117F-9549-84AD-C279-A42AEB20D920}"/>
              </a:ext>
            </a:extLst>
          </p:cNvPr>
          <p:cNvSpPr txBox="1"/>
          <p:nvPr userDrawn="1"/>
        </p:nvSpPr>
        <p:spPr>
          <a:xfrm>
            <a:off x="39175" y="6588371"/>
            <a:ext cx="2377454" cy="215444"/>
          </a:xfrm>
          <a:prstGeom prst="rect">
            <a:avLst/>
          </a:prstGeom>
          <a:noFill/>
        </p:spPr>
        <p:txBody>
          <a:bodyPr wrap="square" rtlCol="0">
            <a:spAutoFit/>
          </a:bodyPr>
          <a:lstStyle/>
          <a:p>
            <a:pPr algn="l"/>
            <a:r>
              <a:rPr lang="en-US" sz="800" dirty="0">
                <a:solidFill>
                  <a:schemeClr val="bg2"/>
                </a:solidFill>
                <a:latin typeface="Montserrat" panose="00000500000000000000" pitchFamily="2" charset="0"/>
              </a:rPr>
              <a:t>Module Code &amp; Module Title</a:t>
            </a:r>
          </a:p>
        </p:txBody>
      </p:sp>
      <p:sp>
        <p:nvSpPr>
          <p:cNvPr id="8" name="TextBox 7">
            <a:extLst>
              <a:ext uri="{FF2B5EF4-FFF2-40B4-BE49-F238E27FC236}">
                <a16:creationId xmlns:a16="http://schemas.microsoft.com/office/drawing/2014/main" id="{9EBD054F-4D2B-C683-DC2F-88927DD0A10B}"/>
              </a:ext>
            </a:extLst>
          </p:cNvPr>
          <p:cNvSpPr txBox="1"/>
          <p:nvPr userDrawn="1"/>
        </p:nvSpPr>
        <p:spPr>
          <a:xfrm>
            <a:off x="4480560" y="6572476"/>
            <a:ext cx="3396343" cy="215444"/>
          </a:xfrm>
          <a:prstGeom prst="rect">
            <a:avLst/>
          </a:prstGeom>
          <a:noFill/>
        </p:spPr>
        <p:txBody>
          <a:bodyPr wrap="square" rtlCol="0">
            <a:spAutoFit/>
          </a:bodyPr>
          <a:lstStyle/>
          <a:p>
            <a:pPr algn="ctr"/>
            <a:r>
              <a:rPr lang="en-US" sz="800" dirty="0">
                <a:solidFill>
                  <a:schemeClr val="bg2"/>
                </a:solidFill>
                <a:latin typeface="Montserrat" panose="00000500000000000000" pitchFamily="2" charset="0"/>
              </a:rPr>
              <a:t>Slide Title</a:t>
            </a:r>
          </a:p>
        </p:txBody>
      </p:sp>
    </p:spTree>
  </p:cSld>
  <p:clrMap bg1="lt1" tx1="dk1" bg2="lt2" tx2="dk2" accent1="accent1" accent2="accent2" accent3="accent3" accent4="accent4" accent5="accent5" accent6="accent6" hlink="hlink" folHlink="folHlink"/>
  <p:sldLayoutIdLst>
    <p:sldLayoutId id="2147483718" r:id="rId1"/>
    <p:sldLayoutId id="2147483753" r:id="rId2"/>
    <p:sldLayoutId id="2147483729" r:id="rId3"/>
    <p:sldLayoutId id="2147483757" r:id="rId4"/>
    <p:sldLayoutId id="2147483758" r:id="rId5"/>
    <p:sldLayoutId id="2147483720" r:id="rId6"/>
    <p:sldLayoutId id="2147483756" r:id="rId7"/>
    <p:sldLayoutId id="2147483719" r:id="rId8"/>
    <p:sldLayoutId id="2147483737" r:id="rId9"/>
    <p:sldLayoutId id="2147483723" r:id="rId10"/>
    <p:sldLayoutId id="2147483739" r:id="rId11"/>
    <p:sldLayoutId id="2147483721" r:id="rId12"/>
    <p:sldLayoutId id="2147483744" r:id="rId13"/>
    <p:sldLayoutId id="2147483722" r:id="rId14"/>
    <p:sldLayoutId id="2147483745" r:id="rId15"/>
    <p:sldLayoutId id="2147483731" r:id="rId16"/>
    <p:sldLayoutId id="2147483724" r:id="rId17"/>
    <p:sldLayoutId id="2147483730" r:id="rId18"/>
    <p:sldLayoutId id="2147483735" r:id="rId19"/>
    <p:sldLayoutId id="2147483725" r:id="rId20"/>
    <p:sldLayoutId id="2147483743" r:id="rId21"/>
    <p:sldLayoutId id="2147483726" r:id="rId22"/>
    <p:sldLayoutId id="2147483740" r:id="rId23"/>
    <p:sldLayoutId id="2147483732" r:id="rId24"/>
    <p:sldLayoutId id="2147483742" r:id="rId25"/>
    <p:sldLayoutId id="2147483749" r:id="rId26"/>
    <p:sldLayoutId id="2147483750" r:id="rId27"/>
    <p:sldLayoutId id="2147483741" r:id="rId28"/>
    <p:sldLayoutId id="2147483734" r:id="rId29"/>
    <p:sldLayoutId id="2147483733" r:id="rId30"/>
    <p:sldLayoutId id="2147483752" r:id="rId31"/>
    <p:sldLayoutId id="2147483727" r:id="rId32"/>
    <p:sldLayoutId id="2147483738" r:id="rId33"/>
    <p:sldLayoutId id="2147483751" r:id="rId34"/>
    <p:sldLayoutId id="2147483747" r:id="rId35"/>
    <p:sldLayoutId id="2147483736" r:id="rId36"/>
    <p:sldLayoutId id="2147483748" r:id="rId37"/>
    <p:sldLayoutId id="2147483728" r:id="rId38"/>
    <p:sldLayoutId id="2147483746" r:id="rId39"/>
    <p:sldLayoutId id="2147483754" r:id="rId40"/>
    <p:sldLayoutId id="2147483755" r:id="rId41"/>
  </p:sldLayoutIdLst>
  <p:hf hdr="0" ftr="0" dt="0"/>
  <p:txStyles>
    <p:titleStyle>
      <a:lvl1pPr algn="l" rtl="0" eaLnBrk="0" fontAlgn="base" hangingPunct="0">
        <a:spcBef>
          <a:spcPct val="0"/>
        </a:spcBef>
        <a:spcAft>
          <a:spcPct val="0"/>
        </a:spcAft>
        <a:defRPr sz="3000" b="1">
          <a:solidFill>
            <a:schemeClr val="tx2"/>
          </a:solidFill>
          <a:latin typeface="Montserrat" panose="00000500000000000000" pitchFamily="2" charset="0"/>
          <a:ea typeface="+mj-ea"/>
          <a:cs typeface="+mj-cs"/>
        </a:defRPr>
      </a:lvl1pPr>
      <a:lvl2pPr algn="ctr" rtl="0" eaLnBrk="0" fontAlgn="base" hangingPunct="0">
        <a:spcBef>
          <a:spcPct val="0"/>
        </a:spcBef>
        <a:spcAft>
          <a:spcPct val="0"/>
        </a:spcAft>
        <a:defRPr sz="3600">
          <a:solidFill>
            <a:schemeClr val="tx2"/>
          </a:solidFill>
          <a:latin typeface="Arial" charset="0"/>
        </a:defRPr>
      </a:lvl2pPr>
      <a:lvl3pPr algn="ctr" rtl="0" eaLnBrk="0" fontAlgn="base" hangingPunct="0">
        <a:spcBef>
          <a:spcPct val="0"/>
        </a:spcBef>
        <a:spcAft>
          <a:spcPct val="0"/>
        </a:spcAft>
        <a:defRPr sz="3600">
          <a:solidFill>
            <a:schemeClr val="tx2"/>
          </a:solidFill>
          <a:latin typeface="Arial" charset="0"/>
        </a:defRPr>
      </a:lvl3pPr>
      <a:lvl4pPr algn="ctr" rtl="0" eaLnBrk="0" fontAlgn="base" hangingPunct="0">
        <a:spcBef>
          <a:spcPct val="0"/>
        </a:spcBef>
        <a:spcAft>
          <a:spcPct val="0"/>
        </a:spcAft>
        <a:defRPr sz="3600">
          <a:solidFill>
            <a:schemeClr val="tx2"/>
          </a:solidFill>
          <a:latin typeface="Arial" charset="0"/>
        </a:defRPr>
      </a:lvl4pPr>
      <a:lvl5pPr algn="ctr" rtl="0" eaLnBrk="0" fontAlgn="base" hangingPunct="0">
        <a:spcBef>
          <a:spcPct val="0"/>
        </a:spcBef>
        <a:spcAft>
          <a:spcPct val="0"/>
        </a:spcAft>
        <a:defRPr sz="3600">
          <a:solidFill>
            <a:schemeClr val="tx2"/>
          </a:solidFill>
          <a:latin typeface="Arial" charset="0"/>
        </a:defRPr>
      </a:lvl5pPr>
      <a:lvl6pPr marL="457200" algn="ctr" rtl="0" fontAlgn="base">
        <a:spcBef>
          <a:spcPct val="0"/>
        </a:spcBef>
        <a:spcAft>
          <a:spcPct val="0"/>
        </a:spcAft>
        <a:defRPr sz="3600">
          <a:solidFill>
            <a:schemeClr val="tx2"/>
          </a:solidFill>
          <a:latin typeface="Arial" charset="0"/>
        </a:defRPr>
      </a:lvl6pPr>
      <a:lvl7pPr marL="914400" algn="ctr" rtl="0" fontAlgn="base">
        <a:spcBef>
          <a:spcPct val="0"/>
        </a:spcBef>
        <a:spcAft>
          <a:spcPct val="0"/>
        </a:spcAft>
        <a:defRPr sz="3600">
          <a:solidFill>
            <a:schemeClr val="tx2"/>
          </a:solidFill>
          <a:latin typeface="Arial" charset="0"/>
        </a:defRPr>
      </a:lvl7pPr>
      <a:lvl8pPr marL="1371600" algn="ctr" rtl="0" fontAlgn="base">
        <a:spcBef>
          <a:spcPct val="0"/>
        </a:spcBef>
        <a:spcAft>
          <a:spcPct val="0"/>
        </a:spcAft>
        <a:defRPr sz="3600">
          <a:solidFill>
            <a:schemeClr val="tx2"/>
          </a:solidFill>
          <a:latin typeface="Arial" charset="0"/>
        </a:defRPr>
      </a:lvl8pPr>
      <a:lvl9pPr marL="1828800" algn="ctr" rtl="0" fontAlgn="base">
        <a:spcBef>
          <a:spcPct val="0"/>
        </a:spcBef>
        <a:spcAft>
          <a:spcPct val="0"/>
        </a:spcAft>
        <a:defRPr sz="3600">
          <a:solidFill>
            <a:schemeClr val="tx2"/>
          </a:solidFill>
          <a:latin typeface="Arial" charset="0"/>
        </a:defRPr>
      </a:lvl9pPr>
    </p:titleStyle>
    <p:bodyStyle>
      <a:lvl1pPr marL="342900" indent="-342900" algn="l" rtl="0" eaLnBrk="0" fontAlgn="base" hangingPunct="0">
        <a:spcBef>
          <a:spcPct val="20000"/>
        </a:spcBef>
        <a:spcAft>
          <a:spcPct val="0"/>
        </a:spcAft>
        <a:buChar char="•"/>
        <a:defRPr sz="2500">
          <a:solidFill>
            <a:schemeClr val="tx1"/>
          </a:solidFill>
          <a:latin typeface="+mj-lt"/>
          <a:ea typeface="+mn-ea"/>
          <a:cs typeface="Calibri" panose="020F0502020204030204" pitchFamily="34" charset="0"/>
        </a:defRPr>
      </a:lvl1pPr>
      <a:lvl2pPr marL="742950" indent="-285750" algn="l" rtl="0" eaLnBrk="0" fontAlgn="base" hangingPunct="0">
        <a:spcBef>
          <a:spcPct val="20000"/>
        </a:spcBef>
        <a:spcAft>
          <a:spcPct val="0"/>
        </a:spcAft>
        <a:buChar char="–"/>
        <a:defRPr sz="2000">
          <a:solidFill>
            <a:schemeClr val="tx1"/>
          </a:solidFill>
          <a:latin typeface="+mj-lt"/>
          <a:cs typeface="Calibri" panose="020F0502020204030204" pitchFamily="34" charset="0"/>
        </a:defRPr>
      </a:lvl2pPr>
      <a:lvl3pPr marL="1143000" indent="-228600" algn="l" rtl="0" eaLnBrk="0" fontAlgn="base" hangingPunct="0">
        <a:spcBef>
          <a:spcPct val="20000"/>
        </a:spcBef>
        <a:spcAft>
          <a:spcPct val="0"/>
        </a:spcAft>
        <a:buChar char="•"/>
        <a:defRPr sz="1800">
          <a:solidFill>
            <a:schemeClr val="tx1"/>
          </a:solidFill>
          <a:latin typeface="+mj-lt"/>
          <a:cs typeface="Calibri" panose="020F0502020204030204" pitchFamily="34" charset="0"/>
        </a:defRPr>
      </a:lvl3pPr>
      <a:lvl4pPr marL="1600200" indent="-228600" algn="l" rtl="0" eaLnBrk="0" fontAlgn="base" hangingPunct="0">
        <a:spcBef>
          <a:spcPct val="20000"/>
        </a:spcBef>
        <a:spcAft>
          <a:spcPct val="0"/>
        </a:spcAft>
        <a:buChar char="–"/>
        <a:defRPr sz="1500">
          <a:solidFill>
            <a:schemeClr val="tx1"/>
          </a:solidFill>
          <a:latin typeface="+mj-lt"/>
          <a:cs typeface="Calibri" panose="020F0502020204030204" pitchFamily="34" charset="0"/>
        </a:defRPr>
      </a:lvl4pPr>
      <a:lvl5pPr marL="2057400" indent="-228600" algn="l" rtl="0" eaLnBrk="0" fontAlgn="base" hangingPunct="0">
        <a:spcBef>
          <a:spcPct val="20000"/>
        </a:spcBef>
        <a:spcAft>
          <a:spcPct val="0"/>
        </a:spcAft>
        <a:buChar char="»"/>
        <a:defRPr sz="1200">
          <a:solidFill>
            <a:schemeClr val="tx1"/>
          </a:solidFill>
          <a:latin typeface="+mj-lt"/>
          <a:cs typeface="Calibri" panose="020F0502020204030204" pitchFamily="34" charset="0"/>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Dewi.octaviani@apu.edu.my" TargetMode="Externa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hyperlink" Target="https://apiit.atlassian.net/wiki/spaces/ITSM/pages/2748055553/FYPPGBank+Ethics+Form+Menu+Guideline" TargetMode="Externa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0">
            <a:extLst>
              <a:ext uri="{FF2B5EF4-FFF2-40B4-BE49-F238E27FC236}">
                <a16:creationId xmlns:a16="http://schemas.microsoft.com/office/drawing/2014/main" id="{E5A64D6D-4F7B-C4E6-3DF0-51112DC6C859}"/>
              </a:ext>
            </a:extLst>
          </p:cNvPr>
          <p:cNvSpPr txBox="1">
            <a:spLocks/>
          </p:cNvSpPr>
          <p:nvPr/>
        </p:nvSpPr>
        <p:spPr bwMode="auto">
          <a:xfrm>
            <a:off x="1277258" y="3073400"/>
            <a:ext cx="9608456" cy="711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000" b="1">
                <a:solidFill>
                  <a:schemeClr val="tx2"/>
                </a:solidFill>
                <a:latin typeface="Montserrat" panose="00000500000000000000" pitchFamily="2" charset="0"/>
                <a:ea typeface="+mj-ea"/>
                <a:cs typeface="+mj-cs"/>
              </a:defRPr>
            </a:lvl1pPr>
            <a:lvl2pPr algn="ctr" rtl="0" eaLnBrk="0" fontAlgn="base" hangingPunct="0">
              <a:spcBef>
                <a:spcPct val="0"/>
              </a:spcBef>
              <a:spcAft>
                <a:spcPct val="0"/>
              </a:spcAft>
              <a:defRPr sz="3600">
                <a:solidFill>
                  <a:schemeClr val="tx2"/>
                </a:solidFill>
                <a:latin typeface="Arial" charset="0"/>
              </a:defRPr>
            </a:lvl2pPr>
            <a:lvl3pPr algn="ctr" rtl="0" eaLnBrk="0" fontAlgn="base" hangingPunct="0">
              <a:spcBef>
                <a:spcPct val="0"/>
              </a:spcBef>
              <a:spcAft>
                <a:spcPct val="0"/>
              </a:spcAft>
              <a:defRPr sz="3600">
                <a:solidFill>
                  <a:schemeClr val="tx2"/>
                </a:solidFill>
                <a:latin typeface="Arial" charset="0"/>
              </a:defRPr>
            </a:lvl3pPr>
            <a:lvl4pPr algn="ctr" rtl="0" eaLnBrk="0" fontAlgn="base" hangingPunct="0">
              <a:spcBef>
                <a:spcPct val="0"/>
              </a:spcBef>
              <a:spcAft>
                <a:spcPct val="0"/>
              </a:spcAft>
              <a:defRPr sz="3600">
                <a:solidFill>
                  <a:schemeClr val="tx2"/>
                </a:solidFill>
                <a:latin typeface="Arial" charset="0"/>
              </a:defRPr>
            </a:lvl4pPr>
            <a:lvl5pPr algn="ctr" rtl="0" eaLnBrk="0" fontAlgn="base" hangingPunct="0">
              <a:spcBef>
                <a:spcPct val="0"/>
              </a:spcBef>
              <a:spcAft>
                <a:spcPct val="0"/>
              </a:spcAft>
              <a:defRPr sz="3600">
                <a:solidFill>
                  <a:schemeClr val="tx2"/>
                </a:solidFill>
                <a:latin typeface="Arial" charset="0"/>
              </a:defRPr>
            </a:lvl5pPr>
            <a:lvl6pPr marL="457200" algn="ctr" rtl="0" fontAlgn="base">
              <a:spcBef>
                <a:spcPct val="0"/>
              </a:spcBef>
              <a:spcAft>
                <a:spcPct val="0"/>
              </a:spcAft>
              <a:defRPr sz="3600">
                <a:solidFill>
                  <a:schemeClr val="tx2"/>
                </a:solidFill>
                <a:latin typeface="Arial" charset="0"/>
              </a:defRPr>
            </a:lvl6pPr>
            <a:lvl7pPr marL="914400" algn="ctr" rtl="0" fontAlgn="base">
              <a:spcBef>
                <a:spcPct val="0"/>
              </a:spcBef>
              <a:spcAft>
                <a:spcPct val="0"/>
              </a:spcAft>
              <a:defRPr sz="3600">
                <a:solidFill>
                  <a:schemeClr val="tx2"/>
                </a:solidFill>
                <a:latin typeface="Arial" charset="0"/>
              </a:defRPr>
            </a:lvl7pPr>
            <a:lvl8pPr marL="1371600" algn="ctr" rtl="0" fontAlgn="base">
              <a:spcBef>
                <a:spcPct val="0"/>
              </a:spcBef>
              <a:spcAft>
                <a:spcPct val="0"/>
              </a:spcAft>
              <a:defRPr sz="3600">
                <a:solidFill>
                  <a:schemeClr val="tx2"/>
                </a:solidFill>
                <a:latin typeface="Arial" charset="0"/>
              </a:defRPr>
            </a:lvl8pPr>
            <a:lvl9pPr marL="1828800" algn="ctr" rtl="0" fontAlgn="base">
              <a:spcBef>
                <a:spcPct val="0"/>
              </a:spcBef>
              <a:spcAft>
                <a:spcPct val="0"/>
              </a:spcAft>
              <a:defRPr sz="3600">
                <a:solidFill>
                  <a:schemeClr val="tx2"/>
                </a:solidFill>
                <a:latin typeface="Arial" charset="0"/>
              </a:defRPr>
            </a:lvl9pPr>
          </a:lstStyle>
          <a:p>
            <a:r>
              <a:rPr lang="en-MY" kern="0" dirty="0"/>
              <a:t>CT052-3-3-INV</a:t>
            </a:r>
          </a:p>
        </p:txBody>
      </p:sp>
      <p:sp>
        <p:nvSpPr>
          <p:cNvPr id="6" name="Content Placeholder 5">
            <a:extLst>
              <a:ext uri="{FF2B5EF4-FFF2-40B4-BE49-F238E27FC236}">
                <a16:creationId xmlns:a16="http://schemas.microsoft.com/office/drawing/2014/main" id="{DA48EE8B-4479-DBB2-A043-0D0A551A3F92}"/>
              </a:ext>
            </a:extLst>
          </p:cNvPr>
          <p:cNvSpPr>
            <a:spLocks noGrp="1"/>
          </p:cNvSpPr>
          <p:nvPr>
            <p:ph idx="1"/>
          </p:nvPr>
        </p:nvSpPr>
        <p:spPr>
          <a:xfrm>
            <a:off x="1277258" y="3985536"/>
            <a:ext cx="10724242" cy="1992987"/>
          </a:xfrm>
        </p:spPr>
        <p:txBody>
          <a:bodyPr/>
          <a:lstStyle/>
          <a:p>
            <a:pPr marL="0" indent="0">
              <a:buNone/>
            </a:pPr>
            <a:r>
              <a:rPr lang="en-US" sz="2000" dirty="0"/>
              <a:t>Nur Amira Abdul Majid</a:t>
            </a:r>
          </a:p>
          <a:p>
            <a:pPr marL="0" indent="0">
              <a:buNone/>
            </a:pPr>
            <a:r>
              <a:rPr lang="en-US" sz="2000" dirty="0"/>
              <a:t>FYP Manager – CS,CS(DA), CS(AI)</a:t>
            </a:r>
          </a:p>
          <a:p>
            <a:pPr marL="0" indent="0">
              <a:buNone/>
            </a:pPr>
            <a:r>
              <a:rPr lang="en-US" sz="2000" dirty="0">
                <a:hlinkClick r:id="rId2"/>
              </a:rPr>
              <a:t>nuramira</a:t>
            </a:r>
            <a:r>
              <a:rPr lang="en-US" sz="2000" dirty="0">
                <a:solidFill>
                  <a:schemeClr val="tx1"/>
                </a:solidFill>
                <a:hlinkClick r:id="rId2"/>
              </a:rPr>
              <a:t>@apu.edu.my</a:t>
            </a:r>
            <a:endParaRPr lang="en-US" sz="2000" dirty="0">
              <a:solidFill>
                <a:schemeClr val="tx1"/>
              </a:solidFill>
            </a:endParaRPr>
          </a:p>
          <a:p>
            <a:pPr marL="0" indent="0">
              <a:buNone/>
            </a:pPr>
            <a:r>
              <a:rPr lang="en-US" sz="2000" dirty="0"/>
              <a:t>Monday – Friday, 10AM – 5PM</a:t>
            </a:r>
          </a:p>
          <a:p>
            <a:pPr marL="0" indent="0">
              <a:buNone/>
            </a:pPr>
            <a:r>
              <a:rPr lang="en-US" sz="2000" dirty="0">
                <a:solidFill>
                  <a:schemeClr val="tx1"/>
                </a:solidFill>
              </a:rPr>
              <a:t>Seating Location: Staff Room, SOC, Level 5, APU</a:t>
            </a:r>
          </a:p>
          <a:p>
            <a:pPr marL="0" indent="0">
              <a:buNone/>
            </a:pPr>
            <a:endParaRPr lang="en-US" dirty="0"/>
          </a:p>
        </p:txBody>
      </p:sp>
    </p:spTree>
    <p:extLst>
      <p:ext uri="{BB962C8B-B14F-4D97-AF65-F5344CB8AC3E}">
        <p14:creationId xmlns:p14="http://schemas.microsoft.com/office/powerpoint/2010/main" val="669058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1A1A8-EF17-6339-2FFF-FE35AE244506}"/>
              </a:ext>
            </a:extLst>
          </p:cNvPr>
          <p:cNvSpPr>
            <a:spLocks noGrp="1"/>
          </p:cNvSpPr>
          <p:nvPr>
            <p:ph type="title"/>
          </p:nvPr>
        </p:nvSpPr>
        <p:spPr/>
        <p:txBody>
          <a:bodyPr/>
          <a:lstStyle/>
          <a:p>
            <a:r>
              <a:rPr lang="en-US" b="1" dirty="0"/>
              <a:t>Submission Of Ethics Forms</a:t>
            </a:r>
          </a:p>
        </p:txBody>
      </p:sp>
      <p:sp>
        <p:nvSpPr>
          <p:cNvPr id="3" name="Content Placeholder 2">
            <a:extLst>
              <a:ext uri="{FF2B5EF4-FFF2-40B4-BE49-F238E27FC236}">
                <a16:creationId xmlns:a16="http://schemas.microsoft.com/office/drawing/2014/main" id="{804844A3-3D96-BBEA-B0A1-7A4E661A0BCE}"/>
              </a:ext>
            </a:extLst>
          </p:cNvPr>
          <p:cNvSpPr>
            <a:spLocks noGrp="1"/>
          </p:cNvSpPr>
          <p:nvPr>
            <p:ph idx="1"/>
          </p:nvPr>
        </p:nvSpPr>
        <p:spPr>
          <a:xfrm>
            <a:off x="418637" y="1544638"/>
            <a:ext cx="10663020" cy="4525962"/>
          </a:xfrm>
        </p:spPr>
        <p:txBody>
          <a:bodyPr/>
          <a:lstStyle/>
          <a:p>
            <a:r>
              <a:rPr lang="en-MY" sz="2400" dirty="0"/>
              <a:t>Ethics approval is required to ensure research carried out protect the rights of participants, researchers, and Asia Pacific University (APU).</a:t>
            </a:r>
          </a:p>
          <a:p>
            <a:r>
              <a:rPr lang="en-MY" sz="2400" dirty="0"/>
              <a:t>The application forms must be completed and submitted for approval once students have the draft of the complete design of the data gathering choose to use to gather the relevant information. </a:t>
            </a:r>
          </a:p>
          <a:p>
            <a:r>
              <a:rPr lang="en-MY" sz="2400" dirty="0"/>
              <a:t>There are 2 types of ethics form to choose by the student depends on the project which is:</a:t>
            </a:r>
          </a:p>
          <a:p>
            <a:pPr lvl="1"/>
            <a:r>
              <a:rPr lang="en-MY" sz="2400" b="1" dirty="0"/>
              <a:t>Fast Track</a:t>
            </a:r>
          </a:p>
          <a:p>
            <a:pPr lvl="1"/>
            <a:r>
              <a:rPr lang="en-MY" sz="2400" b="1" dirty="0"/>
              <a:t>Full Track</a:t>
            </a:r>
          </a:p>
        </p:txBody>
      </p:sp>
      <p:sp>
        <p:nvSpPr>
          <p:cNvPr id="4" name="Footer Placeholder 3">
            <a:extLst>
              <a:ext uri="{FF2B5EF4-FFF2-40B4-BE49-F238E27FC236}">
                <a16:creationId xmlns:a16="http://schemas.microsoft.com/office/drawing/2014/main" id="{CA893919-0219-DDA1-B546-1EDC27683F3C}"/>
              </a:ext>
            </a:extLst>
          </p:cNvPr>
          <p:cNvSpPr>
            <a:spLocks noGrp="1"/>
          </p:cNvSpPr>
          <p:nvPr>
            <p:ph type="ftr" sz="quarter" idx="10"/>
          </p:nvPr>
        </p:nvSpPr>
        <p:spPr bwMode="auto">
          <a:xfrm>
            <a:off x="6248400" y="6623050"/>
            <a:ext cx="2895600" cy="2349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800" kern="1200">
                <a:solidFill>
                  <a:schemeClr val="tx1"/>
                </a:solidFill>
                <a:latin typeface="Calibri" pitchFamily="34" charset="0"/>
                <a:ea typeface="+mn-ea"/>
                <a:cs typeface="Calibri" pitchFamily="34" charset="0"/>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defRPr/>
            </a:pPr>
            <a:r>
              <a:rPr lang="en-GB"/>
              <a:t>‹#›</a:t>
            </a:r>
          </a:p>
        </p:txBody>
      </p:sp>
    </p:spTree>
    <p:extLst>
      <p:ext uri="{BB962C8B-B14F-4D97-AF65-F5344CB8AC3E}">
        <p14:creationId xmlns:p14="http://schemas.microsoft.com/office/powerpoint/2010/main" val="12049295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1A1A8-EF17-6339-2FFF-FE35AE244506}"/>
              </a:ext>
            </a:extLst>
          </p:cNvPr>
          <p:cNvSpPr>
            <a:spLocks noGrp="1"/>
          </p:cNvSpPr>
          <p:nvPr>
            <p:ph type="title"/>
          </p:nvPr>
        </p:nvSpPr>
        <p:spPr/>
        <p:txBody>
          <a:bodyPr/>
          <a:lstStyle/>
          <a:p>
            <a:r>
              <a:rPr lang="en-US" b="1" dirty="0"/>
              <a:t>Submission Of Ethics Forms</a:t>
            </a:r>
          </a:p>
        </p:txBody>
      </p:sp>
      <p:sp>
        <p:nvSpPr>
          <p:cNvPr id="3" name="Content Placeholder 2">
            <a:extLst>
              <a:ext uri="{FF2B5EF4-FFF2-40B4-BE49-F238E27FC236}">
                <a16:creationId xmlns:a16="http://schemas.microsoft.com/office/drawing/2014/main" id="{804844A3-3D96-BBEA-B0A1-7A4E661A0BCE}"/>
              </a:ext>
            </a:extLst>
          </p:cNvPr>
          <p:cNvSpPr>
            <a:spLocks noGrp="1"/>
          </p:cNvSpPr>
          <p:nvPr>
            <p:ph idx="1"/>
          </p:nvPr>
        </p:nvSpPr>
        <p:spPr/>
        <p:txBody>
          <a:bodyPr/>
          <a:lstStyle/>
          <a:p>
            <a:r>
              <a:rPr lang="en-MY" sz="2400" dirty="0"/>
              <a:t>All student are compulsory to obtain ethics approval prior to commencement of the research project guided by their supervisor.</a:t>
            </a:r>
          </a:p>
          <a:p>
            <a:r>
              <a:rPr lang="en-MY" sz="2400" dirty="0"/>
              <a:t>You are only </a:t>
            </a:r>
            <a:r>
              <a:rPr lang="en-MY" sz="2400" b="1" dirty="0">
                <a:solidFill>
                  <a:srgbClr val="FF0000"/>
                </a:solidFill>
              </a:rPr>
              <a:t>required to get the supervisor approval </a:t>
            </a:r>
            <a:r>
              <a:rPr lang="en-MY" sz="2400" dirty="0"/>
              <a:t>but, in any case, that your supervisor is not available you can seek the help from you second marker. </a:t>
            </a:r>
          </a:p>
          <a:p>
            <a:r>
              <a:rPr lang="en-MY" sz="2400" dirty="0"/>
              <a:t>If both are not available, please contact your FYP manager for the checking and approval. </a:t>
            </a:r>
            <a:endParaRPr lang="en-US" sz="2400" dirty="0"/>
          </a:p>
        </p:txBody>
      </p:sp>
      <p:sp>
        <p:nvSpPr>
          <p:cNvPr id="4" name="Footer Placeholder 3">
            <a:extLst>
              <a:ext uri="{FF2B5EF4-FFF2-40B4-BE49-F238E27FC236}">
                <a16:creationId xmlns:a16="http://schemas.microsoft.com/office/drawing/2014/main" id="{CA893919-0219-DDA1-B546-1EDC27683F3C}"/>
              </a:ext>
            </a:extLst>
          </p:cNvPr>
          <p:cNvSpPr>
            <a:spLocks noGrp="1"/>
          </p:cNvSpPr>
          <p:nvPr>
            <p:ph type="ftr" sz="quarter" idx="10"/>
          </p:nvPr>
        </p:nvSpPr>
        <p:spPr bwMode="auto">
          <a:xfrm>
            <a:off x="6248400" y="6623050"/>
            <a:ext cx="2895600" cy="2349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800" kern="1200">
                <a:solidFill>
                  <a:schemeClr val="tx1"/>
                </a:solidFill>
                <a:latin typeface="Calibri" pitchFamily="34" charset="0"/>
                <a:ea typeface="+mn-ea"/>
                <a:cs typeface="Calibri" pitchFamily="34" charset="0"/>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defRPr/>
            </a:pPr>
            <a:r>
              <a:rPr lang="en-GB"/>
              <a:t>‹#›</a:t>
            </a:r>
          </a:p>
        </p:txBody>
      </p:sp>
    </p:spTree>
    <p:extLst>
      <p:ext uri="{BB962C8B-B14F-4D97-AF65-F5344CB8AC3E}">
        <p14:creationId xmlns:p14="http://schemas.microsoft.com/office/powerpoint/2010/main" val="4754827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EC8966-085F-43B9-D219-804DF1C3FB55}"/>
              </a:ext>
            </a:extLst>
          </p:cNvPr>
          <p:cNvSpPr>
            <a:spLocks noGrp="1"/>
          </p:cNvSpPr>
          <p:nvPr>
            <p:ph type="title"/>
          </p:nvPr>
        </p:nvSpPr>
        <p:spPr/>
        <p:txBody>
          <a:bodyPr/>
          <a:lstStyle/>
          <a:p>
            <a:r>
              <a:rPr lang="en-US" dirty="0"/>
              <a:t>Submission Of Ethics Forms</a:t>
            </a:r>
          </a:p>
        </p:txBody>
      </p:sp>
      <p:sp>
        <p:nvSpPr>
          <p:cNvPr id="3" name="Content Placeholder 2">
            <a:extLst>
              <a:ext uri="{FF2B5EF4-FFF2-40B4-BE49-F238E27FC236}">
                <a16:creationId xmlns:a16="http://schemas.microsoft.com/office/drawing/2014/main" id="{1F5DCBA2-14DD-D101-CE1C-5A78ACC3F578}"/>
              </a:ext>
            </a:extLst>
          </p:cNvPr>
          <p:cNvSpPr>
            <a:spLocks noGrp="1"/>
          </p:cNvSpPr>
          <p:nvPr>
            <p:ph idx="1"/>
          </p:nvPr>
        </p:nvSpPr>
        <p:spPr>
          <a:xfrm>
            <a:off x="413657" y="1197536"/>
            <a:ext cx="10820400" cy="5137950"/>
          </a:xfrm>
        </p:spPr>
        <p:txBody>
          <a:bodyPr/>
          <a:lstStyle/>
          <a:p>
            <a:pPr marL="0" indent="0">
              <a:buNone/>
            </a:pPr>
            <a:r>
              <a:rPr lang="en-US" sz="2400" dirty="0"/>
              <a:t>Characteristic of the Ethics Forms:</a:t>
            </a:r>
          </a:p>
          <a:p>
            <a:r>
              <a:rPr lang="en-US" sz="2400" b="1" dirty="0"/>
              <a:t>Fast track </a:t>
            </a:r>
            <a:r>
              <a:rPr lang="en-US" sz="2400" dirty="0"/>
              <a:t>– student can choose this form is the project </a:t>
            </a:r>
            <a:r>
              <a:rPr lang="en-US" sz="2400" b="1" dirty="0">
                <a:solidFill>
                  <a:srgbClr val="FF0000"/>
                </a:solidFill>
              </a:rPr>
              <a:t>did not </a:t>
            </a:r>
            <a:r>
              <a:rPr lang="en-US" sz="2400" dirty="0"/>
              <a:t>involve children under 18 years of ages, special needs, patients, prisoners , people engaged in illegal activities, project that collaborate with industries and others. </a:t>
            </a:r>
          </a:p>
          <a:p>
            <a:pPr marL="0" indent="0">
              <a:buNone/>
            </a:pPr>
            <a:endParaRPr lang="en-US" sz="2400" dirty="0"/>
          </a:p>
          <a:p>
            <a:r>
              <a:rPr lang="en-US" sz="2400" b="1" dirty="0"/>
              <a:t>Full Track </a:t>
            </a:r>
            <a:r>
              <a:rPr lang="en-US" sz="2400" dirty="0"/>
              <a:t>– student that </a:t>
            </a:r>
            <a:r>
              <a:rPr lang="en-US" sz="2400" b="1" dirty="0">
                <a:solidFill>
                  <a:srgbClr val="FF0000"/>
                </a:solidFill>
              </a:rPr>
              <a:t>need to </a:t>
            </a:r>
            <a:r>
              <a:rPr lang="en-US" sz="2400" dirty="0"/>
              <a:t>engage children under 18 years of ages, special needs, patients, prisoners , people engaged in illegal activities, project that collaborate with industries and others for gathering relevant data. </a:t>
            </a:r>
          </a:p>
          <a:p>
            <a:pPr marL="0" indent="0">
              <a:buNone/>
            </a:pPr>
            <a:endParaRPr lang="en-US" sz="2400" dirty="0"/>
          </a:p>
          <a:p>
            <a:r>
              <a:rPr lang="en-US" sz="2400" dirty="0"/>
              <a:t>The are 2 additional forms need to be filled up:</a:t>
            </a:r>
          </a:p>
          <a:p>
            <a:pPr lvl="1"/>
            <a:r>
              <a:rPr lang="en-US" dirty="0"/>
              <a:t>Information Sheet – prepared by you / researcher.</a:t>
            </a:r>
          </a:p>
          <a:p>
            <a:pPr lvl="1"/>
            <a:r>
              <a:rPr lang="en-US" dirty="0"/>
              <a:t>Consent Form – filled up by each of participant who is involve in survey / interview.</a:t>
            </a:r>
          </a:p>
          <a:p>
            <a:endParaRPr lang="en-US" sz="2400" dirty="0"/>
          </a:p>
          <a:p>
            <a:endParaRPr lang="en-US" sz="2400" dirty="0"/>
          </a:p>
          <a:p>
            <a:pPr marL="914400" lvl="2" indent="0">
              <a:buNone/>
            </a:pPr>
            <a:endParaRPr lang="en-US" dirty="0"/>
          </a:p>
        </p:txBody>
      </p:sp>
      <p:sp>
        <p:nvSpPr>
          <p:cNvPr id="4" name="Footer Placeholder 3">
            <a:extLst>
              <a:ext uri="{FF2B5EF4-FFF2-40B4-BE49-F238E27FC236}">
                <a16:creationId xmlns:a16="http://schemas.microsoft.com/office/drawing/2014/main" id="{8D65F610-BAE2-D748-8675-59DD63E06926}"/>
              </a:ext>
            </a:extLst>
          </p:cNvPr>
          <p:cNvSpPr>
            <a:spLocks noGrp="1"/>
          </p:cNvSpPr>
          <p:nvPr>
            <p:ph type="ftr" sz="quarter" idx="10"/>
          </p:nvPr>
        </p:nvSpPr>
        <p:spPr bwMode="auto">
          <a:xfrm>
            <a:off x="6248400" y="6623050"/>
            <a:ext cx="2895600" cy="2349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800" kern="1200">
                <a:solidFill>
                  <a:schemeClr val="tx1"/>
                </a:solidFill>
                <a:latin typeface="Calibri" pitchFamily="34" charset="0"/>
                <a:ea typeface="+mn-ea"/>
                <a:cs typeface="Calibri" pitchFamily="34" charset="0"/>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defRPr/>
            </a:pPr>
            <a:r>
              <a:rPr lang="en-GB"/>
              <a:t>‹#›</a:t>
            </a:r>
          </a:p>
        </p:txBody>
      </p:sp>
    </p:spTree>
    <p:extLst>
      <p:ext uri="{BB962C8B-B14F-4D97-AF65-F5344CB8AC3E}">
        <p14:creationId xmlns:p14="http://schemas.microsoft.com/office/powerpoint/2010/main" val="21824929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51513-3081-375D-AD0A-F81EA3E519A5}"/>
              </a:ext>
            </a:extLst>
          </p:cNvPr>
          <p:cNvSpPr>
            <a:spLocks noGrp="1"/>
          </p:cNvSpPr>
          <p:nvPr>
            <p:ph type="title"/>
          </p:nvPr>
        </p:nvSpPr>
        <p:spPr/>
        <p:txBody>
          <a:bodyPr/>
          <a:lstStyle/>
          <a:p>
            <a:r>
              <a:rPr lang="en-US" b="1" dirty="0"/>
              <a:t>Submission Of Ethics Forms</a:t>
            </a:r>
          </a:p>
        </p:txBody>
      </p:sp>
      <p:sp>
        <p:nvSpPr>
          <p:cNvPr id="3" name="Content Placeholder 2">
            <a:extLst>
              <a:ext uri="{FF2B5EF4-FFF2-40B4-BE49-F238E27FC236}">
                <a16:creationId xmlns:a16="http://schemas.microsoft.com/office/drawing/2014/main" id="{AB0940D3-F8FE-5960-92C1-F5E5F0EABF03}"/>
              </a:ext>
            </a:extLst>
          </p:cNvPr>
          <p:cNvSpPr>
            <a:spLocks noGrp="1"/>
          </p:cNvSpPr>
          <p:nvPr>
            <p:ph idx="1"/>
          </p:nvPr>
        </p:nvSpPr>
        <p:spPr/>
        <p:txBody>
          <a:bodyPr/>
          <a:lstStyle/>
          <a:p>
            <a:r>
              <a:rPr lang="en-US" sz="2400" b="1" dirty="0">
                <a:solidFill>
                  <a:srgbClr val="FF0000"/>
                </a:solidFill>
              </a:rPr>
              <a:t>When approach your supervisor to execute the ethic forms, ensure to bring the complete design of your data collection techniques to be reviewed and validated by your supervisor. </a:t>
            </a:r>
          </a:p>
          <a:p>
            <a:r>
              <a:rPr lang="en-US" sz="2400" dirty="0"/>
              <a:t>Data collection techniques: survey, interview, data collection from open access sites such as Kaggle, etc. </a:t>
            </a:r>
          </a:p>
          <a:p>
            <a:r>
              <a:rPr lang="en-US" sz="2400" dirty="0"/>
              <a:t>Do not ask the supervisor to sign it without going through those details. </a:t>
            </a:r>
          </a:p>
        </p:txBody>
      </p:sp>
      <p:sp>
        <p:nvSpPr>
          <p:cNvPr id="4" name="Footer Placeholder 3">
            <a:extLst>
              <a:ext uri="{FF2B5EF4-FFF2-40B4-BE49-F238E27FC236}">
                <a16:creationId xmlns:a16="http://schemas.microsoft.com/office/drawing/2014/main" id="{0B21D028-1D53-9AF6-C080-5D5971D63E1E}"/>
              </a:ext>
            </a:extLst>
          </p:cNvPr>
          <p:cNvSpPr>
            <a:spLocks noGrp="1"/>
          </p:cNvSpPr>
          <p:nvPr>
            <p:ph type="ftr" sz="quarter" idx="10"/>
          </p:nvPr>
        </p:nvSpPr>
        <p:spPr bwMode="auto">
          <a:xfrm>
            <a:off x="6248400" y="6623050"/>
            <a:ext cx="2895600" cy="2349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800" kern="1200">
                <a:solidFill>
                  <a:schemeClr val="tx1"/>
                </a:solidFill>
                <a:latin typeface="Calibri" pitchFamily="34" charset="0"/>
                <a:ea typeface="+mn-ea"/>
                <a:cs typeface="Calibri" pitchFamily="34" charset="0"/>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defRPr/>
            </a:pPr>
            <a:r>
              <a:rPr lang="en-GB"/>
              <a:t>‹#›</a:t>
            </a:r>
          </a:p>
        </p:txBody>
      </p:sp>
    </p:spTree>
    <p:extLst>
      <p:ext uri="{BB962C8B-B14F-4D97-AF65-F5344CB8AC3E}">
        <p14:creationId xmlns:p14="http://schemas.microsoft.com/office/powerpoint/2010/main" val="18619729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66A8B9-2867-4322-A426-65A5152C2D0B}"/>
              </a:ext>
            </a:extLst>
          </p:cNvPr>
          <p:cNvSpPr>
            <a:spLocks noGrp="1"/>
          </p:cNvSpPr>
          <p:nvPr>
            <p:ph type="title"/>
          </p:nvPr>
        </p:nvSpPr>
        <p:spPr>
          <a:xfrm>
            <a:off x="359228" y="89444"/>
            <a:ext cx="10472057" cy="939930"/>
          </a:xfrm>
        </p:spPr>
        <p:txBody>
          <a:bodyPr/>
          <a:lstStyle/>
          <a:p>
            <a:r>
              <a:rPr lang="en-US" dirty="0"/>
              <a:t>Important Notes</a:t>
            </a:r>
            <a:endParaRPr lang="en-MY" dirty="0"/>
          </a:p>
        </p:txBody>
      </p:sp>
      <p:sp>
        <p:nvSpPr>
          <p:cNvPr id="3" name="Content Placeholder 2">
            <a:extLst>
              <a:ext uri="{FF2B5EF4-FFF2-40B4-BE49-F238E27FC236}">
                <a16:creationId xmlns:a16="http://schemas.microsoft.com/office/drawing/2014/main" id="{36ACD847-DF35-4C5C-9FA2-F80220EF6054}"/>
              </a:ext>
            </a:extLst>
          </p:cNvPr>
          <p:cNvSpPr>
            <a:spLocks noGrp="1"/>
          </p:cNvSpPr>
          <p:nvPr>
            <p:ph idx="1"/>
          </p:nvPr>
        </p:nvSpPr>
        <p:spPr>
          <a:xfrm>
            <a:off x="511692" y="1432146"/>
            <a:ext cx="10874766" cy="4525962"/>
          </a:xfrm>
        </p:spPr>
        <p:txBody>
          <a:bodyPr/>
          <a:lstStyle/>
          <a:p>
            <a:r>
              <a:rPr lang="en-US" sz="2400" b="1" dirty="0"/>
              <a:t>CS and CS (AI) student are required to conduct requirements gathering (survey/interview) to collect your system requirements.</a:t>
            </a:r>
          </a:p>
          <a:p>
            <a:pPr lvl="1"/>
            <a:r>
              <a:rPr lang="en-US" sz="2400" dirty="0"/>
              <a:t>Questions in your survey/interview must be related to your proposed system and aimed to collect your system requirements. </a:t>
            </a:r>
          </a:p>
          <a:p>
            <a:pPr marL="457200" lvl="1" indent="0">
              <a:buNone/>
            </a:pPr>
            <a:endParaRPr lang="en-US" sz="2400" dirty="0"/>
          </a:p>
          <a:p>
            <a:r>
              <a:rPr lang="en-US" sz="2400" dirty="0"/>
              <a:t>CS (DA) students are optional to conduct requirements gathering (survey, interview) conduct. However, </a:t>
            </a:r>
            <a:r>
              <a:rPr lang="en-US" sz="2400" b="1" dirty="0"/>
              <a:t>CS(DA) student are required to have a dataset and perform data pre-processing and data exploration/understanding for Investigation Report (IR). </a:t>
            </a:r>
          </a:p>
          <a:p>
            <a:pPr lvl="1"/>
            <a:r>
              <a:rPr lang="en-US" sz="2400" dirty="0"/>
              <a:t>You may use open dataset available in KAGGLE / other sites or you may collect your dataset.</a:t>
            </a:r>
            <a:endParaRPr lang="en-MY" sz="2400" dirty="0"/>
          </a:p>
        </p:txBody>
      </p:sp>
      <p:sp>
        <p:nvSpPr>
          <p:cNvPr id="4" name="Footer Placeholder 3">
            <a:extLst>
              <a:ext uri="{FF2B5EF4-FFF2-40B4-BE49-F238E27FC236}">
                <a16:creationId xmlns:a16="http://schemas.microsoft.com/office/drawing/2014/main" id="{D914DCF5-2185-4A95-9CD0-6A76F389EB02}"/>
              </a:ext>
            </a:extLst>
          </p:cNvPr>
          <p:cNvSpPr>
            <a:spLocks noGrp="1"/>
          </p:cNvSpPr>
          <p:nvPr>
            <p:ph type="ftr" sz="quarter" idx="10"/>
          </p:nvPr>
        </p:nvSpPr>
        <p:spPr bwMode="auto">
          <a:xfrm>
            <a:off x="6248400" y="6623050"/>
            <a:ext cx="2895600" cy="2349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800" kern="1200">
                <a:solidFill>
                  <a:schemeClr val="tx1"/>
                </a:solidFill>
                <a:latin typeface="Calibri" pitchFamily="34" charset="0"/>
                <a:ea typeface="+mn-ea"/>
                <a:cs typeface="Calibri" pitchFamily="34" charset="0"/>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defRPr/>
            </a:pPr>
            <a:r>
              <a:rPr lang="en-GB"/>
              <a:t>‹#›</a:t>
            </a:r>
          </a:p>
        </p:txBody>
      </p:sp>
    </p:spTree>
    <p:extLst>
      <p:ext uri="{BB962C8B-B14F-4D97-AF65-F5344CB8AC3E}">
        <p14:creationId xmlns:p14="http://schemas.microsoft.com/office/powerpoint/2010/main" val="39877331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AC08B5-D39B-67C7-67E6-A6763E619F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C3647F-541A-E92E-B7CE-78228578073B}"/>
              </a:ext>
            </a:extLst>
          </p:cNvPr>
          <p:cNvSpPr>
            <a:spLocks noGrp="1"/>
          </p:cNvSpPr>
          <p:nvPr>
            <p:ph type="title"/>
          </p:nvPr>
        </p:nvSpPr>
        <p:spPr>
          <a:xfrm>
            <a:off x="239486" y="89444"/>
            <a:ext cx="10885714" cy="955585"/>
          </a:xfrm>
        </p:spPr>
        <p:txBody>
          <a:bodyPr/>
          <a:lstStyle/>
          <a:p>
            <a:r>
              <a:rPr lang="en-US" dirty="0"/>
              <a:t>Important Notes</a:t>
            </a:r>
            <a:endParaRPr lang="en-MY" dirty="0"/>
          </a:p>
        </p:txBody>
      </p:sp>
      <p:sp>
        <p:nvSpPr>
          <p:cNvPr id="3" name="Content Placeholder 2">
            <a:extLst>
              <a:ext uri="{FF2B5EF4-FFF2-40B4-BE49-F238E27FC236}">
                <a16:creationId xmlns:a16="http://schemas.microsoft.com/office/drawing/2014/main" id="{24857CCD-4863-6493-5E9C-2A78D9325AAC}"/>
              </a:ext>
            </a:extLst>
          </p:cNvPr>
          <p:cNvSpPr>
            <a:spLocks noGrp="1"/>
          </p:cNvSpPr>
          <p:nvPr>
            <p:ph idx="1"/>
          </p:nvPr>
        </p:nvSpPr>
        <p:spPr>
          <a:xfrm>
            <a:off x="493288" y="1337077"/>
            <a:ext cx="10631911" cy="4525962"/>
          </a:xfrm>
        </p:spPr>
        <p:txBody>
          <a:bodyPr/>
          <a:lstStyle/>
          <a:p>
            <a:r>
              <a:rPr lang="en-MY" sz="2400" dirty="0"/>
              <a:t>Guideline to Fill Up Ethics Form in </a:t>
            </a:r>
            <a:r>
              <a:rPr lang="en-MY" sz="2400" dirty="0" err="1"/>
              <a:t>FYPPGBank</a:t>
            </a:r>
            <a:endParaRPr lang="en-MY" sz="2400" dirty="0"/>
          </a:p>
          <a:p>
            <a:pPr marL="457200" lvl="1" indent="0">
              <a:buNone/>
            </a:pPr>
            <a:endParaRPr lang="en-MY" dirty="0">
              <a:hlinkClick r:id="rId2"/>
            </a:endParaRPr>
          </a:p>
          <a:p>
            <a:pPr marL="457200" lvl="1" indent="0">
              <a:buNone/>
            </a:pPr>
            <a:r>
              <a:rPr lang="en-MY" dirty="0">
                <a:hlinkClick r:id="rId2"/>
              </a:rPr>
              <a:t>https://apiit.atlassian.net/wiki/spaces/ITSM/pages/2748055553/FYPPGBank+Ethics+Form+Menu+Guideline</a:t>
            </a:r>
            <a:endParaRPr lang="en-MY" dirty="0"/>
          </a:p>
          <a:p>
            <a:pPr marL="457200" lvl="1" indent="0">
              <a:buNone/>
            </a:pPr>
            <a:endParaRPr lang="en-MY" dirty="0"/>
          </a:p>
          <a:p>
            <a:pPr marL="0" indent="0">
              <a:buNone/>
            </a:pPr>
            <a:endParaRPr lang="en-MY" sz="2400" dirty="0"/>
          </a:p>
          <a:p>
            <a:pPr marL="0" indent="0">
              <a:buNone/>
            </a:pPr>
            <a:endParaRPr lang="en-MY" sz="2400" dirty="0"/>
          </a:p>
        </p:txBody>
      </p:sp>
      <p:sp>
        <p:nvSpPr>
          <p:cNvPr id="4" name="Footer Placeholder 3">
            <a:extLst>
              <a:ext uri="{FF2B5EF4-FFF2-40B4-BE49-F238E27FC236}">
                <a16:creationId xmlns:a16="http://schemas.microsoft.com/office/drawing/2014/main" id="{A66BDFDC-3CF2-0051-8D02-C98C18E8AB6C}"/>
              </a:ext>
            </a:extLst>
          </p:cNvPr>
          <p:cNvSpPr>
            <a:spLocks noGrp="1"/>
          </p:cNvSpPr>
          <p:nvPr>
            <p:ph type="ftr" sz="quarter" idx="10"/>
          </p:nvPr>
        </p:nvSpPr>
        <p:spPr bwMode="auto">
          <a:xfrm>
            <a:off x="6248400" y="6623050"/>
            <a:ext cx="2895600" cy="2349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800" kern="1200">
                <a:solidFill>
                  <a:schemeClr val="tx1"/>
                </a:solidFill>
                <a:latin typeface="Calibri" pitchFamily="34" charset="0"/>
                <a:ea typeface="+mn-ea"/>
                <a:cs typeface="Calibri" pitchFamily="34" charset="0"/>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defRPr/>
            </a:pPr>
            <a:r>
              <a:rPr lang="en-GB"/>
              <a:t>‹#›</a:t>
            </a:r>
          </a:p>
        </p:txBody>
      </p:sp>
    </p:spTree>
    <p:extLst>
      <p:ext uri="{BB962C8B-B14F-4D97-AF65-F5344CB8AC3E}">
        <p14:creationId xmlns:p14="http://schemas.microsoft.com/office/powerpoint/2010/main" val="28660179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body" idx="1"/>
          </p:nvPr>
        </p:nvSpPr>
        <p:spPr>
          <a:xfrm>
            <a:off x="2209800" y="2209800"/>
            <a:ext cx="7772400" cy="1981200"/>
          </a:xfrm>
          <a:noFill/>
          <a:ln/>
        </p:spPr>
        <p:txBody>
          <a:bodyPr vert="horz" wrap="square" lIns="90000" tIns="46800" rIns="90000" bIns="46800" numCol="1" anchor="t" anchorCtr="0" compatLnSpc="1">
            <a:prstTxWarp prst="textNoShape">
              <a:avLst/>
            </a:prstTxWarp>
          </a:bodyPr>
          <a:lstStyle/>
          <a:p>
            <a:pPr>
              <a:lnSpc>
                <a:spcPct val="80000"/>
              </a:lnSpc>
              <a:buFont typeface="Wingdings" pitchFamily="2" charset="2"/>
              <a:buNone/>
            </a:pPr>
            <a:endParaRPr lang="en-GB" sz="2000" b="1"/>
          </a:p>
          <a:p>
            <a:pPr algn="ctr">
              <a:lnSpc>
                <a:spcPct val="80000"/>
              </a:lnSpc>
              <a:buFont typeface="Wingdings" pitchFamily="2" charset="2"/>
              <a:buNone/>
            </a:pPr>
            <a:endParaRPr lang="en-GB" sz="2000" b="1"/>
          </a:p>
          <a:p>
            <a:pPr algn="ctr">
              <a:lnSpc>
                <a:spcPct val="80000"/>
              </a:lnSpc>
              <a:spcBef>
                <a:spcPts val="2400"/>
              </a:spcBef>
              <a:buNone/>
            </a:pPr>
            <a:r>
              <a:rPr lang="en-GB" sz="7200" b="1"/>
              <a:t>Q &amp; A</a:t>
            </a:r>
          </a:p>
        </p:txBody>
      </p:sp>
    </p:spTree>
    <p:extLst>
      <p:ext uri="{BB962C8B-B14F-4D97-AF65-F5344CB8AC3E}">
        <p14:creationId xmlns:p14="http://schemas.microsoft.com/office/powerpoint/2010/main" val="2747064571"/>
      </p:ext>
    </p:extLst>
  </p:cSld>
  <p:clrMapOvr>
    <a:masterClrMapping/>
  </p:clrMapOvr>
  <p:transition spd="med"/>
</p:sld>
</file>

<file path=ppt/theme/theme1.xml><?xml version="1.0" encoding="utf-8"?>
<a:theme xmlns:a="http://schemas.openxmlformats.org/drawingml/2006/main" name="UCTI-Template-foundation-level">
  <a:themeElements>
    <a:clrScheme name="APU-2023">
      <a:dk1>
        <a:srgbClr val="082F50"/>
      </a:dk1>
      <a:lt1>
        <a:srgbClr val="FFFFFF"/>
      </a:lt1>
      <a:dk2>
        <a:srgbClr val="0070C0"/>
      </a:dk2>
      <a:lt2>
        <a:srgbClr val="C0F9FC"/>
      </a:lt2>
      <a:accent1>
        <a:srgbClr val="00B0F0"/>
      </a:accent1>
      <a:accent2>
        <a:srgbClr val="079244"/>
      </a:accent2>
      <a:accent3>
        <a:srgbClr val="E02C32"/>
      </a:accent3>
      <a:accent4>
        <a:srgbClr val="45D7EA"/>
      </a:accent4>
      <a:accent5>
        <a:srgbClr val="FAC41B"/>
      </a:accent5>
      <a:accent6>
        <a:srgbClr val="082F50"/>
      </a:accent6>
      <a:hlink>
        <a:srgbClr val="9AB1D0"/>
      </a:hlink>
      <a:folHlink>
        <a:srgbClr val="0D3358"/>
      </a:folHlink>
    </a:clrScheme>
    <a:fontScheme name="APU-2023">
      <a:majorFont>
        <a:latin typeface="PT Sans"/>
        <a:ea typeface=""/>
        <a:cs typeface=""/>
      </a:majorFont>
      <a:minorFont>
        <a:latin typeface="PT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sz="1800" b="0" i="0" u="none" strike="noStrike" cap="none" normalizeH="0" baseline="0" smtClean="0">
            <a:ln>
              <a:noFill/>
            </a:ln>
            <a:solidFill>
              <a:schemeClr val="tx1"/>
            </a:solidFill>
            <a:effectLst/>
            <a:latin typeface="Arial" charset="0"/>
          </a:defRPr>
        </a:defPPr>
      </a:lstStyle>
    </a:lnDef>
  </a:objectDefaults>
  <a:extraClrSchemeLst>
    <a:extraClrScheme>
      <a:clrScheme name="UCTI-Template-foundation-level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UCTI-Template-foundation-level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UCTI-Template-foundation-level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UCTI-Template-foundation-level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UCTI-Template-foundation-level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UCTI-Template-foundation-level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UCTI-Template-foundation-level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UCTI-Template-foundation-level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UCTI-Template-foundation-level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UCTI-Template-foundation-level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UCTI-Template-foundation-level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UCTI-Template-foundation-level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APU-2023">
      <a:dk1>
        <a:srgbClr val="081929"/>
      </a:dk1>
      <a:lt1>
        <a:srgbClr val="FFFFFF"/>
      </a:lt1>
      <a:dk2>
        <a:srgbClr val="0070C0"/>
      </a:dk2>
      <a:lt2>
        <a:srgbClr val="FFFFFF"/>
      </a:lt2>
      <a:accent1>
        <a:srgbClr val="00B0F0"/>
      </a:accent1>
      <a:accent2>
        <a:srgbClr val="99CC00"/>
      </a:accent2>
      <a:accent3>
        <a:srgbClr val="FF9966"/>
      </a:accent3>
      <a:accent4>
        <a:srgbClr val="45D7EA"/>
      </a:accent4>
      <a:accent5>
        <a:srgbClr val="CC66FF"/>
      </a:accent5>
      <a:accent6>
        <a:srgbClr val="FCE456"/>
      </a:accent6>
      <a:hlink>
        <a:srgbClr val="B7C6FE"/>
      </a:hlink>
      <a:folHlink>
        <a:srgbClr val="00B0F0"/>
      </a:folHlink>
    </a:clrScheme>
    <a:fontScheme name="APU-2023">
      <a:majorFont>
        <a:latin typeface="PT Sans"/>
        <a:ea typeface=""/>
        <a:cs typeface=""/>
      </a:majorFont>
      <a:minorFont>
        <a:latin typeface="PT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5804227B44EDA48B5C00E1FA2FBC6A0" ma:contentTypeVersion="7" ma:contentTypeDescription="Create a new document." ma:contentTypeScope="" ma:versionID="95fd461b2684ea27093fb77599c141e1">
  <xsd:schema xmlns:xsd="http://www.w3.org/2001/XMLSchema" xmlns:xs="http://www.w3.org/2001/XMLSchema" xmlns:p="http://schemas.microsoft.com/office/2006/metadata/properties" xmlns:ns2="64219b06-34fd-4946-b7e1-14afe09159a7" targetNamespace="http://schemas.microsoft.com/office/2006/metadata/properties" ma:root="true" ma:fieldsID="17ff4b6c50f386225a05d51691de5fd2" ns2:_="">
    <xsd:import namespace="64219b06-34fd-4946-b7e1-14afe09159a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4219b06-34fd-4946-b7e1-14afe09159a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374C82B-844E-4C6D-B41E-036AD4E59A6E}">
  <ds:schemaRefs>
    <ds:schemaRef ds:uri="http://schemas.microsoft.com/sharepoint/v3/contenttype/forms"/>
  </ds:schemaRefs>
</ds:datastoreItem>
</file>

<file path=customXml/itemProps2.xml><?xml version="1.0" encoding="utf-8"?>
<ds:datastoreItem xmlns:ds="http://schemas.openxmlformats.org/officeDocument/2006/customXml" ds:itemID="{6C72D5AE-8354-4A6D-9E86-D13159807D55}"/>
</file>

<file path=customXml/itemProps3.xml><?xml version="1.0" encoding="utf-8"?>
<ds:datastoreItem xmlns:ds="http://schemas.openxmlformats.org/officeDocument/2006/customXml" ds:itemID="{6ED3909F-E191-4C23-B23C-BA46B5ADDDA2}">
  <ds:schemaRefs>
    <ds:schemaRef ds:uri="http://purl.org/dc/terms/"/>
    <ds:schemaRef ds:uri="http://schemas.microsoft.com/office/2006/documentManagement/types"/>
    <ds:schemaRef ds:uri="d2981e9c-0c44-4237-a41f-50944ddb2e5d"/>
    <ds:schemaRef ds:uri="http://schemas.microsoft.com/office/infopath/2007/PartnerControls"/>
    <ds:schemaRef ds:uri="http://purl.org/dc/elements/1.1/"/>
    <ds:schemaRef ds:uri="http://schemas.microsoft.com/office/2006/metadata/properties"/>
    <ds:schemaRef ds:uri="c0f90a4e-2534-4174-991f-0eb794d5b859"/>
    <ds:schemaRef ds:uri="http://schemas.openxmlformats.org/package/2006/metadata/core-propertie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1606</TotalTime>
  <Pages>11</Pages>
  <Words>553</Words>
  <Application>Microsoft Office PowerPoint</Application>
  <PresentationFormat>Widescreen</PresentationFormat>
  <Paragraphs>50</Paragraphs>
  <Slides>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Calibri</vt:lpstr>
      <vt:lpstr>Montserrat</vt:lpstr>
      <vt:lpstr>PT Sans</vt:lpstr>
      <vt:lpstr>Wingdings</vt:lpstr>
      <vt:lpstr>UCTI-Template-foundation-level</vt:lpstr>
      <vt:lpstr>PowerPoint Presentation</vt:lpstr>
      <vt:lpstr>Submission Of Ethics Forms</vt:lpstr>
      <vt:lpstr>Submission Of Ethics Forms</vt:lpstr>
      <vt:lpstr>Submission Of Ethics Forms</vt:lpstr>
      <vt:lpstr>Submission Of Ethics Forms</vt:lpstr>
      <vt:lpstr>Important Notes</vt:lpstr>
      <vt:lpstr>Important Notes</vt:lpstr>
      <vt:lpstr>PowerPoint Presentation</vt:lpstr>
    </vt:vector>
  </TitlesOfParts>
  <Company>APU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Teaching Slides</dc:subject>
  <dc:creator>DBB</dc:creator>
  <cp:keywords>2023</cp:keywords>
  <cp:lastModifiedBy>Nur Amira Abdul Majid</cp:lastModifiedBy>
  <cp:revision>332</cp:revision>
  <cp:lastPrinted>2023-02-03T03:07:34Z</cp:lastPrinted>
  <dcterms:created xsi:type="dcterms:W3CDTF">2005-08-02T10:18:20Z</dcterms:created>
  <dcterms:modified xsi:type="dcterms:W3CDTF">2025-12-03T06:58:37Z</dcterms:modified>
  <cp:category>Teaching Slides</cp:category>
  <cp:contentStatus>2023 Version</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0x01010075804227B44EDA48B5C00E1FA2FBC6A0</vt:lpwstr>
  </property>
</Properties>
</file>