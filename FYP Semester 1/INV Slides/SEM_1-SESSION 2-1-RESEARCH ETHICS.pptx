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17"/>
  </p:notesMasterIdLst>
  <p:handoutMasterIdLst>
    <p:handoutMasterId r:id="rId18"/>
  </p:handoutMasterIdLst>
  <p:sldIdLst>
    <p:sldId id="322" r:id="rId5"/>
    <p:sldId id="399" r:id="rId6"/>
    <p:sldId id="400" r:id="rId7"/>
    <p:sldId id="401" r:id="rId8"/>
    <p:sldId id="404" r:id="rId9"/>
    <p:sldId id="402" r:id="rId10"/>
    <p:sldId id="403" r:id="rId11"/>
    <p:sldId id="405" r:id="rId12"/>
    <p:sldId id="406" r:id="rId13"/>
    <p:sldId id="407" r:id="rId14"/>
    <p:sldId id="408" r:id="rId15"/>
    <p:sldId id="333" r:id="rId16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322"/>
            <p14:sldId id="399"/>
            <p14:sldId id="400"/>
            <p14:sldId id="401"/>
            <p14:sldId id="404"/>
            <p14:sldId id="402"/>
            <p14:sldId id="403"/>
            <p14:sldId id="405"/>
            <p14:sldId id="406"/>
            <p14:sldId id="407"/>
            <p14:sldId id="408"/>
            <p14:sldId id="3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F1449"/>
    <a:srgbClr val="001B4D"/>
    <a:srgbClr val="FB6B53"/>
    <a:srgbClr val="FF6600"/>
    <a:srgbClr val="A2C1FE"/>
    <a:srgbClr val="A2FFA3"/>
    <a:srgbClr val="FFFF99"/>
    <a:srgbClr val="FFFF66"/>
    <a:srgbClr val="FCFE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1ED50-97B0-7880-57B8-97F1CC675352}" v="1" dt="2025-12-11T13:52:58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U KHOR WEI JUN" userId="S::tp074873@mail.apu.edu.my::8bc3152f-7aec-4433-8ecb-1e7a977e68e3" providerId="AD" clId="Web-{3521ED50-97B0-7880-57B8-97F1CC675352}"/>
    <pc:docChg chg="sldOrd">
      <pc:chgData name="YAU KHOR WEI JUN" userId="S::tp074873@mail.apu.edu.my::8bc3152f-7aec-4433-8ecb-1e7a977e68e3" providerId="AD" clId="Web-{3521ED50-97B0-7880-57B8-97F1CC675352}" dt="2025-12-11T13:52:58.086" v="0"/>
      <pc:docMkLst>
        <pc:docMk/>
      </pc:docMkLst>
      <pc:sldChg chg="ord">
        <pc:chgData name="YAU KHOR WEI JUN" userId="S::tp074873@mail.apu.edu.my::8bc3152f-7aec-4433-8ecb-1e7a977e68e3" providerId="AD" clId="Web-{3521ED50-97B0-7880-57B8-97F1CC675352}" dt="2025-12-11T13:52:58.086" v="0"/>
        <pc:sldMkLst>
          <pc:docMk/>
          <pc:sldMk cId="2287867057" sldId="401"/>
        </pc:sldMkLst>
      </pc:sldChg>
    </pc:docChg>
  </pc:docChgLst>
  <pc:docChgLst>
    <pc:chgData name="QAYS MUHAMMAD FATIH ANDRI" userId="S::tp076607@mail.apu.edu.my::3a6d6f9a-bea6-4079-82ad-f0cab636fefb" providerId="AD" clId="Web-{B65334C6-4B3A-9511-216B-5623B023C228}"/>
    <pc:docChg chg="sldOrd">
      <pc:chgData name="QAYS MUHAMMAD FATIH ANDRI" userId="S::tp076607@mail.apu.edu.my::3a6d6f9a-bea6-4079-82ad-f0cab636fefb" providerId="AD" clId="Web-{B65334C6-4B3A-9511-216B-5623B023C228}" dt="2025-12-09T03:47:55.197" v="0"/>
      <pc:docMkLst>
        <pc:docMk/>
      </pc:docMkLst>
      <pc:sldChg chg="ord">
        <pc:chgData name="QAYS MUHAMMAD FATIH ANDRI" userId="S::tp076607@mail.apu.edu.my::3a6d6f9a-bea6-4079-82ad-f0cab636fefb" providerId="AD" clId="Web-{B65334C6-4B3A-9511-216B-5623B023C228}" dt="2025-12-09T03:47:55.197" v="0"/>
        <pc:sldMkLst>
          <pc:docMk/>
          <pc:sldMk cId="1509423020" sldId="400"/>
        </pc:sldMkLst>
      </pc:sldChg>
    </pc:docChg>
  </pc:docChgLst>
  <pc:docChgLst>
    <pc:chgData name="Nur Amira Abdul Majid" userId="415c50ea-8302-49a5-b3c9-07ac73726f6f" providerId="ADAL" clId="{308F7FBB-EE13-4868-8B16-12A88AECEA6E}"/>
    <pc:docChg chg="undo custSel addSld delSld modSld modSection">
      <pc:chgData name="Nur Amira Abdul Majid" userId="415c50ea-8302-49a5-b3c9-07ac73726f6f" providerId="ADAL" clId="{308F7FBB-EE13-4868-8B16-12A88AECEA6E}" dt="2025-12-03T06:49:45.886" v="498" actId="47"/>
      <pc:docMkLst>
        <pc:docMk/>
      </pc:docMkLst>
      <pc:sldChg chg="modSp new mod">
        <pc:chgData name="Nur Amira Abdul Majid" userId="415c50ea-8302-49a5-b3c9-07ac73726f6f" providerId="ADAL" clId="{308F7FBB-EE13-4868-8B16-12A88AECEA6E}" dt="2025-12-03T06:04:56.606" v="29" actId="14100"/>
        <pc:sldMkLst>
          <pc:docMk/>
          <pc:sldMk cId="1639399496" sldId="399"/>
        </pc:sldMkLst>
        <pc:spChg chg="mod">
          <ac:chgData name="Nur Amira Abdul Majid" userId="415c50ea-8302-49a5-b3c9-07ac73726f6f" providerId="ADAL" clId="{308F7FBB-EE13-4868-8B16-12A88AECEA6E}" dt="2025-12-03T06:04:56.606" v="29" actId="14100"/>
          <ac:spMkLst>
            <pc:docMk/>
            <pc:sldMk cId="1639399496" sldId="399"/>
            <ac:spMk id="2" creationId="{A4B190F3-E32C-AB84-58BA-F9B06161DDFD}"/>
          </ac:spMkLst>
        </pc:spChg>
        <pc:spChg chg="mod">
          <ac:chgData name="Nur Amira Abdul Majid" userId="415c50ea-8302-49a5-b3c9-07ac73726f6f" providerId="ADAL" clId="{308F7FBB-EE13-4868-8B16-12A88AECEA6E}" dt="2025-12-03T06:04:36.164" v="23" actId="20577"/>
          <ac:spMkLst>
            <pc:docMk/>
            <pc:sldMk cId="1639399496" sldId="399"/>
            <ac:spMk id="3" creationId="{71E30B42-59A1-C0A3-EC28-8AA45551CD83}"/>
          </ac:spMkLst>
        </pc:spChg>
      </pc:sldChg>
      <pc:sldChg chg="addSp delSp modSp add mod modAnim">
        <pc:chgData name="Nur Amira Abdul Majid" userId="415c50ea-8302-49a5-b3c9-07ac73726f6f" providerId="ADAL" clId="{308F7FBB-EE13-4868-8B16-12A88AECEA6E}" dt="2025-12-03T06:07:13.806" v="45" actId="2711"/>
        <pc:sldMkLst>
          <pc:docMk/>
          <pc:sldMk cId="1509423020" sldId="400"/>
        </pc:sldMkLst>
        <pc:spChg chg="mod">
          <ac:chgData name="Nur Amira Abdul Majid" userId="415c50ea-8302-49a5-b3c9-07ac73726f6f" providerId="ADAL" clId="{308F7FBB-EE13-4868-8B16-12A88AECEA6E}" dt="2025-12-03T06:05:24.697" v="32"/>
          <ac:spMkLst>
            <pc:docMk/>
            <pc:sldMk cId="1509423020" sldId="400"/>
            <ac:spMk id="3" creationId="{09951C58-79C2-2F05-0015-93D78785DE98}"/>
          </ac:spMkLst>
        </pc:spChg>
        <pc:spChg chg="add mod">
          <ac:chgData name="Nur Amira Abdul Majid" userId="415c50ea-8302-49a5-b3c9-07ac73726f6f" providerId="ADAL" clId="{308F7FBB-EE13-4868-8B16-12A88AECEA6E}" dt="2025-12-03T06:07:06.309" v="44" actId="2711"/>
          <ac:spMkLst>
            <pc:docMk/>
            <pc:sldMk cId="1509423020" sldId="400"/>
            <ac:spMk id="5" creationId="{A229F3A4-3399-79A7-BF75-00A4E6CB5DDA}"/>
          </ac:spMkLst>
        </pc:spChg>
        <pc:spChg chg="add mod">
          <ac:chgData name="Nur Amira Abdul Majid" userId="415c50ea-8302-49a5-b3c9-07ac73726f6f" providerId="ADAL" clId="{308F7FBB-EE13-4868-8B16-12A88AECEA6E}" dt="2025-12-03T06:07:13.806" v="45" actId="2711"/>
          <ac:spMkLst>
            <pc:docMk/>
            <pc:sldMk cId="1509423020" sldId="400"/>
            <ac:spMk id="6" creationId="{4BDCA1BE-2F96-C669-8276-A7F48C38D157}"/>
          </ac:spMkLst>
        </pc:spChg>
        <pc:spChg chg="add mod">
          <ac:chgData name="Nur Amira Abdul Majid" userId="415c50ea-8302-49a5-b3c9-07ac73726f6f" providerId="ADAL" clId="{308F7FBB-EE13-4868-8B16-12A88AECEA6E}" dt="2025-12-03T06:07:13.806" v="45" actId="2711"/>
          <ac:spMkLst>
            <pc:docMk/>
            <pc:sldMk cId="1509423020" sldId="400"/>
            <ac:spMk id="7" creationId="{6118FD2A-FC4B-28F4-7CDF-DC9069E3CF20}"/>
          </ac:spMkLst>
        </pc:spChg>
        <pc:spChg chg="add mod">
          <ac:chgData name="Nur Amira Abdul Majid" userId="415c50ea-8302-49a5-b3c9-07ac73726f6f" providerId="ADAL" clId="{308F7FBB-EE13-4868-8B16-12A88AECEA6E}" dt="2025-12-03T06:05:58.559" v="36" actId="1076"/>
          <ac:spMkLst>
            <pc:docMk/>
            <pc:sldMk cId="1509423020" sldId="400"/>
            <ac:spMk id="8" creationId="{9175FA22-69C7-2084-E356-E8FD7DE462F5}"/>
          </ac:spMkLst>
        </pc:spChg>
        <pc:spChg chg="add mod">
          <ac:chgData name="Nur Amira Abdul Majid" userId="415c50ea-8302-49a5-b3c9-07ac73726f6f" providerId="ADAL" clId="{308F7FBB-EE13-4868-8B16-12A88AECEA6E}" dt="2025-12-03T06:05:58.559" v="36" actId="1076"/>
          <ac:spMkLst>
            <pc:docMk/>
            <pc:sldMk cId="1509423020" sldId="400"/>
            <ac:spMk id="9" creationId="{BD370073-3A97-55FF-9966-3DCB42F6F815}"/>
          </ac:spMkLst>
        </pc:spChg>
        <pc:spChg chg="add mod">
          <ac:chgData name="Nur Amira Abdul Majid" userId="415c50ea-8302-49a5-b3c9-07ac73726f6f" providerId="ADAL" clId="{308F7FBB-EE13-4868-8B16-12A88AECEA6E}" dt="2025-12-03T06:07:13.806" v="45" actId="2711"/>
          <ac:spMkLst>
            <pc:docMk/>
            <pc:sldMk cId="1509423020" sldId="400"/>
            <ac:spMk id="10" creationId="{F319BF6E-995F-39F0-1C15-BA9CE8BA4E7E}"/>
          </ac:spMkLst>
        </pc:spChg>
        <pc:spChg chg="add mod">
          <ac:chgData name="Nur Amira Abdul Majid" userId="415c50ea-8302-49a5-b3c9-07ac73726f6f" providerId="ADAL" clId="{308F7FBB-EE13-4868-8B16-12A88AECEA6E}" dt="2025-12-03T06:05:58.559" v="36" actId="1076"/>
          <ac:spMkLst>
            <pc:docMk/>
            <pc:sldMk cId="1509423020" sldId="400"/>
            <ac:spMk id="11" creationId="{3EBAE56C-334C-032F-9E77-82C158A508FC}"/>
          </ac:spMkLst>
        </pc:spChg>
        <pc:spChg chg="add mod">
          <ac:chgData name="Nur Amira Abdul Majid" userId="415c50ea-8302-49a5-b3c9-07ac73726f6f" providerId="ADAL" clId="{308F7FBB-EE13-4868-8B16-12A88AECEA6E}" dt="2025-12-03T06:05:58.559" v="36" actId="1076"/>
          <ac:spMkLst>
            <pc:docMk/>
            <pc:sldMk cId="1509423020" sldId="400"/>
            <ac:spMk id="12" creationId="{B4793BB8-7560-E38E-AB61-86581F7307A5}"/>
          </ac:spMkLst>
        </pc:spChg>
        <pc:spChg chg="add mod">
          <ac:chgData name="Nur Amira Abdul Majid" userId="415c50ea-8302-49a5-b3c9-07ac73726f6f" providerId="ADAL" clId="{308F7FBB-EE13-4868-8B16-12A88AECEA6E}" dt="2025-12-03T06:05:58.559" v="36" actId="1076"/>
          <ac:spMkLst>
            <pc:docMk/>
            <pc:sldMk cId="1509423020" sldId="400"/>
            <ac:spMk id="13" creationId="{35D762F1-E3EA-D0B8-51A0-A7D4A5A1A44E}"/>
          </ac:spMkLst>
        </pc:spChg>
        <pc:spChg chg="add mod">
          <ac:chgData name="Nur Amira Abdul Majid" userId="415c50ea-8302-49a5-b3c9-07ac73726f6f" providerId="ADAL" clId="{308F7FBB-EE13-4868-8B16-12A88AECEA6E}" dt="2025-12-03T06:05:58.559" v="36" actId="1076"/>
          <ac:spMkLst>
            <pc:docMk/>
            <pc:sldMk cId="1509423020" sldId="400"/>
            <ac:spMk id="14" creationId="{4E62680F-B566-3BBA-30D6-EC3D6D281D87}"/>
          </ac:spMkLst>
        </pc:spChg>
        <pc:spChg chg="add mod">
          <ac:chgData name="Nur Amira Abdul Majid" userId="415c50ea-8302-49a5-b3c9-07ac73726f6f" providerId="ADAL" clId="{308F7FBB-EE13-4868-8B16-12A88AECEA6E}" dt="2025-12-03T06:05:58.559" v="36" actId="1076"/>
          <ac:spMkLst>
            <pc:docMk/>
            <pc:sldMk cId="1509423020" sldId="400"/>
            <ac:spMk id="15" creationId="{B1D646CD-0B72-8D5C-492B-612B1A5FAA92}"/>
          </ac:spMkLst>
        </pc:spChg>
        <pc:spChg chg="add mod">
          <ac:chgData name="Nur Amira Abdul Majid" userId="415c50ea-8302-49a5-b3c9-07ac73726f6f" providerId="ADAL" clId="{308F7FBB-EE13-4868-8B16-12A88AECEA6E}" dt="2025-12-03T06:05:58.559" v="36" actId="1076"/>
          <ac:spMkLst>
            <pc:docMk/>
            <pc:sldMk cId="1509423020" sldId="400"/>
            <ac:spMk id="16" creationId="{518B7A77-DFA0-C39B-752D-F19223F01047}"/>
          </ac:spMkLst>
        </pc:spChg>
      </pc:sldChg>
      <pc:sldChg chg="addSp delSp modSp add mod delAnim modAnim">
        <pc:chgData name="Nur Amira Abdul Majid" userId="415c50ea-8302-49a5-b3c9-07ac73726f6f" providerId="ADAL" clId="{308F7FBB-EE13-4868-8B16-12A88AECEA6E}" dt="2025-12-03T06:39:39.604" v="497" actId="207"/>
        <pc:sldMkLst>
          <pc:docMk/>
          <pc:sldMk cId="2287867057" sldId="401"/>
        </pc:sldMkLst>
        <pc:spChg chg="mod">
          <ac:chgData name="Nur Amira Abdul Majid" userId="415c50ea-8302-49a5-b3c9-07ac73726f6f" providerId="ADAL" clId="{308F7FBB-EE13-4868-8B16-12A88AECEA6E}" dt="2025-12-03T06:07:43.178" v="48"/>
          <ac:spMkLst>
            <pc:docMk/>
            <pc:sldMk cId="2287867057" sldId="401"/>
            <ac:spMk id="3" creationId="{BA6EFEF6-CB56-9983-E019-176686570987}"/>
          </ac:spMkLst>
        </pc:spChg>
        <pc:spChg chg="add mod">
          <ac:chgData name="Nur Amira Abdul Majid" userId="415c50ea-8302-49a5-b3c9-07ac73726f6f" providerId="ADAL" clId="{308F7FBB-EE13-4868-8B16-12A88AECEA6E}" dt="2025-12-03T06:39:39.604" v="497" actId="207"/>
          <ac:spMkLst>
            <pc:docMk/>
            <pc:sldMk cId="2287867057" sldId="401"/>
            <ac:spMk id="5" creationId="{72DE7AD3-67E7-2D8C-A2F2-5F6D1E82F55B}"/>
          </ac:spMkLst>
        </pc:spChg>
        <pc:picChg chg="add mod">
          <ac:chgData name="Nur Amira Abdul Majid" userId="415c50ea-8302-49a5-b3c9-07ac73726f6f" providerId="ADAL" clId="{308F7FBB-EE13-4868-8B16-12A88AECEA6E}" dt="2025-12-03T06:10:40.548" v="145" actId="1036"/>
          <ac:picMkLst>
            <pc:docMk/>
            <pc:sldMk cId="2287867057" sldId="401"/>
            <ac:picMk id="1026" creationId="{432EDAFF-3059-D9CB-22B0-AA1C63552F80}"/>
          </ac:picMkLst>
        </pc:picChg>
      </pc:sldChg>
      <pc:sldChg chg="addSp delSp modSp add mod modAnim">
        <pc:chgData name="Nur Amira Abdul Majid" userId="415c50ea-8302-49a5-b3c9-07ac73726f6f" providerId="ADAL" clId="{308F7FBB-EE13-4868-8B16-12A88AECEA6E}" dt="2025-12-03T06:28:13.154" v="407" actId="207"/>
        <pc:sldMkLst>
          <pc:docMk/>
          <pc:sldMk cId="1330425690" sldId="402"/>
        </pc:sldMkLst>
        <pc:spChg chg="add mod">
          <ac:chgData name="Nur Amira Abdul Majid" userId="415c50ea-8302-49a5-b3c9-07ac73726f6f" providerId="ADAL" clId="{308F7FBB-EE13-4868-8B16-12A88AECEA6E}" dt="2025-12-03T06:28:13.154" v="407" actId="207"/>
          <ac:spMkLst>
            <pc:docMk/>
            <pc:sldMk cId="1330425690" sldId="402"/>
            <ac:spMk id="2" creationId="{3C01E381-4A12-286A-D67A-B44010FE10F3}"/>
          </ac:spMkLst>
        </pc:spChg>
        <pc:spChg chg="mod">
          <ac:chgData name="Nur Amira Abdul Majid" userId="415c50ea-8302-49a5-b3c9-07ac73726f6f" providerId="ADAL" clId="{308F7FBB-EE13-4868-8B16-12A88AECEA6E}" dt="2025-12-03T06:10:58.436" v="148"/>
          <ac:spMkLst>
            <pc:docMk/>
            <pc:sldMk cId="1330425690" sldId="402"/>
            <ac:spMk id="3" creationId="{B1A3ED5D-16E4-E2B1-668E-C30A3D54249C}"/>
          </ac:spMkLst>
        </pc:spChg>
        <pc:spChg chg="add mod">
          <ac:chgData name="Nur Amira Abdul Majid" userId="415c50ea-8302-49a5-b3c9-07ac73726f6f" providerId="ADAL" clId="{308F7FBB-EE13-4868-8B16-12A88AECEA6E}" dt="2025-12-03T06:21:03.193" v="324" actId="1076"/>
          <ac:spMkLst>
            <pc:docMk/>
            <pc:sldMk cId="1330425690" sldId="402"/>
            <ac:spMk id="4" creationId="{0754E4DF-EE91-E5ED-968A-D60D43614E36}"/>
          </ac:spMkLst>
        </pc:spChg>
      </pc:sldChg>
      <pc:sldChg chg="addSp delSp modSp add mod delAnim modAnim">
        <pc:chgData name="Nur Amira Abdul Majid" userId="415c50ea-8302-49a5-b3c9-07ac73726f6f" providerId="ADAL" clId="{308F7FBB-EE13-4868-8B16-12A88AECEA6E}" dt="2025-12-03T06:29:11.782" v="425" actId="20577"/>
        <pc:sldMkLst>
          <pc:docMk/>
          <pc:sldMk cId="3523431776" sldId="403"/>
        </pc:sldMkLst>
        <pc:spChg chg="mod">
          <ac:chgData name="Nur Amira Abdul Majid" userId="415c50ea-8302-49a5-b3c9-07ac73726f6f" providerId="ADAL" clId="{308F7FBB-EE13-4868-8B16-12A88AECEA6E}" dt="2025-12-03T06:29:11.782" v="425" actId="20577"/>
          <ac:spMkLst>
            <pc:docMk/>
            <pc:sldMk cId="3523431776" sldId="403"/>
            <ac:spMk id="2" creationId="{3F03BEE3-695D-5AF6-D2B3-9726703429CC}"/>
          </ac:spMkLst>
        </pc:spChg>
        <pc:spChg chg="mod">
          <ac:chgData name="Nur Amira Abdul Majid" userId="415c50ea-8302-49a5-b3c9-07ac73726f6f" providerId="ADAL" clId="{308F7FBB-EE13-4868-8B16-12A88AECEA6E}" dt="2025-12-03T06:14:52.596" v="205"/>
          <ac:spMkLst>
            <pc:docMk/>
            <pc:sldMk cId="3523431776" sldId="403"/>
            <ac:spMk id="3" creationId="{1DD0AE8C-F22C-D977-1C37-EA2F20688F96}"/>
          </ac:spMkLst>
        </pc:spChg>
        <pc:spChg chg="add mod">
          <ac:chgData name="Nur Amira Abdul Majid" userId="415c50ea-8302-49a5-b3c9-07ac73726f6f" providerId="ADAL" clId="{308F7FBB-EE13-4868-8B16-12A88AECEA6E}" dt="2025-12-03T06:23:17.367" v="389" actId="1076"/>
          <ac:spMkLst>
            <pc:docMk/>
            <pc:sldMk cId="3523431776" sldId="403"/>
            <ac:spMk id="5" creationId="{5CAFD2C9-0DC9-4569-0D9D-70D231D0E98F}"/>
          </ac:spMkLst>
        </pc:spChg>
      </pc:sldChg>
      <pc:sldChg chg="modSp add mod">
        <pc:chgData name="Nur Amira Abdul Majid" userId="415c50ea-8302-49a5-b3c9-07ac73726f6f" providerId="ADAL" clId="{308F7FBB-EE13-4868-8B16-12A88AECEA6E}" dt="2025-12-03T06:29:43.596" v="428" actId="14100"/>
        <pc:sldMkLst>
          <pc:docMk/>
          <pc:sldMk cId="1886871541" sldId="404"/>
        </pc:sldMkLst>
        <pc:spChg chg="mod">
          <ac:chgData name="Nur Amira Abdul Majid" userId="415c50ea-8302-49a5-b3c9-07ac73726f6f" providerId="ADAL" clId="{308F7FBB-EE13-4868-8B16-12A88AECEA6E}" dt="2025-12-03T06:29:19.546" v="426" actId="255"/>
          <ac:spMkLst>
            <pc:docMk/>
            <pc:sldMk cId="1886871541" sldId="404"/>
            <ac:spMk id="5" creationId="{3155FA14-D621-3391-FF38-CD40ED84FF87}"/>
          </ac:spMkLst>
        </pc:spChg>
        <pc:spChg chg="mod">
          <ac:chgData name="Nur Amira Abdul Majid" userId="415c50ea-8302-49a5-b3c9-07ac73726f6f" providerId="ADAL" clId="{308F7FBB-EE13-4868-8B16-12A88AECEA6E}" dt="2025-12-03T06:29:43.596" v="428" actId="14100"/>
          <ac:spMkLst>
            <pc:docMk/>
            <pc:sldMk cId="1886871541" sldId="404"/>
            <ac:spMk id="6" creationId="{2ECB5769-89CF-6937-DA9A-06A2F690AA4D}"/>
          </ac:spMkLst>
        </pc:spChg>
      </pc:sldChg>
      <pc:sldChg chg="delSp modSp add mod delAnim">
        <pc:chgData name="Nur Amira Abdul Majid" userId="415c50ea-8302-49a5-b3c9-07ac73726f6f" providerId="ADAL" clId="{308F7FBB-EE13-4868-8B16-12A88AECEA6E}" dt="2025-12-03T06:33:07.015" v="458" actId="1076"/>
        <pc:sldMkLst>
          <pc:docMk/>
          <pc:sldMk cId="744072570" sldId="405"/>
        </pc:sldMkLst>
        <pc:spChg chg="mod">
          <ac:chgData name="Nur Amira Abdul Majid" userId="415c50ea-8302-49a5-b3c9-07ac73726f6f" providerId="ADAL" clId="{308F7FBB-EE13-4868-8B16-12A88AECEA6E}" dt="2025-12-03T06:33:07.015" v="458" actId="1076"/>
          <ac:spMkLst>
            <pc:docMk/>
            <pc:sldMk cId="744072570" sldId="405"/>
            <ac:spMk id="2" creationId="{67580533-763F-94B1-9081-EA78A9058453}"/>
          </ac:spMkLst>
        </pc:spChg>
        <pc:spChg chg="mod">
          <ac:chgData name="Nur Amira Abdul Majid" userId="415c50ea-8302-49a5-b3c9-07ac73726f6f" providerId="ADAL" clId="{308F7FBB-EE13-4868-8B16-12A88AECEA6E}" dt="2025-12-03T06:31:23.832" v="430"/>
          <ac:spMkLst>
            <pc:docMk/>
            <pc:sldMk cId="744072570" sldId="405"/>
            <ac:spMk id="3" creationId="{27849F18-C428-E65F-5599-275103BE9D79}"/>
          </ac:spMkLst>
        </pc:spChg>
      </pc:sldChg>
      <pc:sldChg chg="addSp delSp modSp add mod modAnim">
        <pc:chgData name="Nur Amira Abdul Majid" userId="415c50ea-8302-49a5-b3c9-07ac73726f6f" providerId="ADAL" clId="{308F7FBB-EE13-4868-8B16-12A88AECEA6E}" dt="2025-12-03T06:34:19.661" v="469" actId="242"/>
        <pc:sldMkLst>
          <pc:docMk/>
          <pc:sldMk cId="1100554138" sldId="406"/>
        </pc:sldMkLst>
        <pc:spChg chg="mod">
          <ac:chgData name="Nur Amira Abdul Majid" userId="415c50ea-8302-49a5-b3c9-07ac73726f6f" providerId="ADAL" clId="{308F7FBB-EE13-4868-8B16-12A88AECEA6E}" dt="2025-12-03T06:33:31.565" v="461"/>
          <ac:spMkLst>
            <pc:docMk/>
            <pc:sldMk cId="1100554138" sldId="406"/>
            <ac:spMk id="3" creationId="{C0122C84-6EFA-3755-3FFB-F7A2BCB6EB7F}"/>
          </ac:spMkLst>
        </pc:spChg>
        <pc:spChg chg="add mod">
          <ac:chgData name="Nur Amira Abdul Majid" userId="415c50ea-8302-49a5-b3c9-07ac73726f6f" providerId="ADAL" clId="{308F7FBB-EE13-4868-8B16-12A88AECEA6E}" dt="2025-12-03T06:34:19.661" v="469" actId="242"/>
          <ac:spMkLst>
            <pc:docMk/>
            <pc:sldMk cId="1100554138" sldId="406"/>
            <ac:spMk id="5" creationId="{F299CC02-6A94-C785-1582-DE2FF15213BB}"/>
          </ac:spMkLst>
        </pc:spChg>
        <pc:spChg chg="add mod">
          <ac:chgData name="Nur Amira Abdul Majid" userId="415c50ea-8302-49a5-b3c9-07ac73726f6f" providerId="ADAL" clId="{308F7FBB-EE13-4868-8B16-12A88AECEA6E}" dt="2025-12-03T06:34:19.661" v="469" actId="242"/>
          <ac:spMkLst>
            <pc:docMk/>
            <pc:sldMk cId="1100554138" sldId="406"/>
            <ac:spMk id="6" creationId="{1127366F-6716-8FC8-0AB2-662E93D707F6}"/>
          </ac:spMkLst>
        </pc:spChg>
        <pc:spChg chg="add mod">
          <ac:chgData name="Nur Amira Abdul Majid" userId="415c50ea-8302-49a5-b3c9-07ac73726f6f" providerId="ADAL" clId="{308F7FBB-EE13-4868-8B16-12A88AECEA6E}" dt="2025-12-03T06:34:19.661" v="469" actId="242"/>
          <ac:spMkLst>
            <pc:docMk/>
            <pc:sldMk cId="1100554138" sldId="406"/>
            <ac:spMk id="7" creationId="{02EA5365-4A5D-3761-A1C4-9E5AA6C08630}"/>
          </ac:spMkLst>
        </pc:spChg>
        <pc:spChg chg="add mod">
          <ac:chgData name="Nur Amira Abdul Majid" userId="415c50ea-8302-49a5-b3c9-07ac73726f6f" providerId="ADAL" clId="{308F7FBB-EE13-4868-8B16-12A88AECEA6E}" dt="2025-12-03T06:33:53.024" v="466" actId="2711"/>
          <ac:spMkLst>
            <pc:docMk/>
            <pc:sldMk cId="1100554138" sldId="406"/>
            <ac:spMk id="8" creationId="{6C3B5091-B8F2-030C-2696-437D3D8E5E8B}"/>
          </ac:spMkLst>
        </pc:spChg>
        <pc:spChg chg="add mod">
          <ac:chgData name="Nur Amira Abdul Majid" userId="415c50ea-8302-49a5-b3c9-07ac73726f6f" providerId="ADAL" clId="{308F7FBB-EE13-4868-8B16-12A88AECEA6E}" dt="2025-12-03T06:33:53.024" v="466" actId="2711"/>
          <ac:spMkLst>
            <pc:docMk/>
            <pc:sldMk cId="1100554138" sldId="406"/>
            <ac:spMk id="9" creationId="{E4593F8C-0500-FB95-000A-FB0C127A84A1}"/>
          </ac:spMkLst>
        </pc:spChg>
        <pc:spChg chg="add mod">
          <ac:chgData name="Nur Amira Abdul Majid" userId="415c50ea-8302-49a5-b3c9-07ac73726f6f" providerId="ADAL" clId="{308F7FBB-EE13-4868-8B16-12A88AECEA6E}" dt="2025-12-03T06:34:19.661" v="469" actId="242"/>
          <ac:spMkLst>
            <pc:docMk/>
            <pc:sldMk cId="1100554138" sldId="406"/>
            <ac:spMk id="10" creationId="{DA297C1E-01DB-CF28-EBDE-6B3ABCC7AF34}"/>
          </ac:spMkLst>
        </pc:spChg>
        <pc:spChg chg="add mod">
          <ac:chgData name="Nur Amira Abdul Majid" userId="415c50ea-8302-49a5-b3c9-07ac73726f6f" providerId="ADAL" clId="{308F7FBB-EE13-4868-8B16-12A88AECEA6E}" dt="2025-12-03T06:33:53.024" v="466" actId="2711"/>
          <ac:spMkLst>
            <pc:docMk/>
            <pc:sldMk cId="1100554138" sldId="406"/>
            <ac:spMk id="11" creationId="{2FEC438B-471D-D51F-1E98-009B4B1DDBDA}"/>
          </ac:spMkLst>
        </pc:spChg>
        <pc:spChg chg="add mod">
          <ac:chgData name="Nur Amira Abdul Majid" userId="415c50ea-8302-49a5-b3c9-07ac73726f6f" providerId="ADAL" clId="{308F7FBB-EE13-4868-8B16-12A88AECEA6E}" dt="2025-12-03T06:34:19.661" v="469" actId="242"/>
          <ac:spMkLst>
            <pc:docMk/>
            <pc:sldMk cId="1100554138" sldId="406"/>
            <ac:spMk id="12" creationId="{995E35E3-A611-D89E-1D19-698CE02A7CAC}"/>
          </ac:spMkLst>
        </pc:spChg>
        <pc:spChg chg="add mod">
          <ac:chgData name="Nur Amira Abdul Majid" userId="415c50ea-8302-49a5-b3c9-07ac73726f6f" providerId="ADAL" clId="{308F7FBB-EE13-4868-8B16-12A88AECEA6E}" dt="2025-12-03T06:33:53.024" v="466" actId="2711"/>
          <ac:spMkLst>
            <pc:docMk/>
            <pc:sldMk cId="1100554138" sldId="406"/>
            <ac:spMk id="13" creationId="{F417E13E-F7AB-DA8C-544C-A90C5F61D588}"/>
          </ac:spMkLst>
        </pc:spChg>
      </pc:sldChg>
      <pc:sldChg chg="addSp delSp modSp add mod delAnim modAnim">
        <pc:chgData name="Nur Amira Abdul Majid" userId="415c50ea-8302-49a5-b3c9-07ac73726f6f" providerId="ADAL" clId="{308F7FBB-EE13-4868-8B16-12A88AECEA6E}" dt="2025-12-03T06:36:16.886" v="479" actId="1076"/>
        <pc:sldMkLst>
          <pc:docMk/>
          <pc:sldMk cId="280290210" sldId="407"/>
        </pc:sldMkLst>
        <pc:spChg chg="add mod">
          <ac:chgData name="Nur Amira Abdul Majid" userId="415c50ea-8302-49a5-b3c9-07ac73726f6f" providerId="ADAL" clId="{308F7FBB-EE13-4868-8B16-12A88AECEA6E}" dt="2025-12-03T06:36:16.886" v="479" actId="1076"/>
          <ac:spMkLst>
            <pc:docMk/>
            <pc:sldMk cId="280290210" sldId="407"/>
            <ac:spMk id="2" creationId="{8E2A7F98-29B5-68A6-D56C-03E605D25DC2}"/>
          </ac:spMkLst>
        </pc:spChg>
        <pc:spChg chg="mod">
          <ac:chgData name="Nur Amira Abdul Majid" userId="415c50ea-8302-49a5-b3c9-07ac73726f6f" providerId="ADAL" clId="{308F7FBB-EE13-4868-8B16-12A88AECEA6E}" dt="2025-12-03T06:35:49.847" v="475" actId="1076"/>
          <ac:spMkLst>
            <pc:docMk/>
            <pc:sldMk cId="280290210" sldId="407"/>
            <ac:spMk id="3" creationId="{AA349148-389C-D0DE-707D-A00EB8D1EDFE}"/>
          </ac:spMkLst>
        </pc:spChg>
        <pc:spChg chg="add mod">
          <ac:chgData name="Nur Amira Abdul Majid" userId="415c50ea-8302-49a5-b3c9-07ac73726f6f" providerId="ADAL" clId="{308F7FBB-EE13-4868-8B16-12A88AECEA6E}" dt="2025-12-03T06:36:16.886" v="479" actId="1076"/>
          <ac:spMkLst>
            <pc:docMk/>
            <pc:sldMk cId="280290210" sldId="407"/>
            <ac:spMk id="4" creationId="{05E9B5CA-FFD3-58F5-CA30-BE3D6AB24860}"/>
          </ac:spMkLst>
        </pc:spChg>
        <pc:spChg chg="add mod">
          <ac:chgData name="Nur Amira Abdul Majid" userId="415c50ea-8302-49a5-b3c9-07ac73726f6f" providerId="ADAL" clId="{308F7FBB-EE13-4868-8B16-12A88AECEA6E}" dt="2025-12-03T06:36:16.886" v="479" actId="1076"/>
          <ac:spMkLst>
            <pc:docMk/>
            <pc:sldMk cId="280290210" sldId="407"/>
            <ac:spMk id="14" creationId="{CB44C19E-2FB0-4D32-289E-E8E0A44908A5}"/>
          </ac:spMkLst>
        </pc:spChg>
        <pc:spChg chg="add mod">
          <ac:chgData name="Nur Amira Abdul Majid" userId="415c50ea-8302-49a5-b3c9-07ac73726f6f" providerId="ADAL" clId="{308F7FBB-EE13-4868-8B16-12A88AECEA6E}" dt="2025-12-03T06:36:16.886" v="479" actId="1076"/>
          <ac:spMkLst>
            <pc:docMk/>
            <pc:sldMk cId="280290210" sldId="407"/>
            <ac:spMk id="15" creationId="{84C7DEEE-3026-700C-42D3-D7505426C76E}"/>
          </ac:spMkLst>
        </pc:spChg>
        <pc:spChg chg="add mod">
          <ac:chgData name="Nur Amira Abdul Majid" userId="415c50ea-8302-49a5-b3c9-07ac73726f6f" providerId="ADAL" clId="{308F7FBB-EE13-4868-8B16-12A88AECEA6E}" dt="2025-12-03T06:36:16.886" v="479" actId="1076"/>
          <ac:spMkLst>
            <pc:docMk/>
            <pc:sldMk cId="280290210" sldId="407"/>
            <ac:spMk id="16" creationId="{2EFBEAF2-6624-C715-DF6A-F96376D8A612}"/>
          </ac:spMkLst>
        </pc:spChg>
        <pc:spChg chg="add mod">
          <ac:chgData name="Nur Amira Abdul Majid" userId="415c50ea-8302-49a5-b3c9-07ac73726f6f" providerId="ADAL" clId="{308F7FBB-EE13-4868-8B16-12A88AECEA6E}" dt="2025-12-03T06:36:16.886" v="479" actId="1076"/>
          <ac:spMkLst>
            <pc:docMk/>
            <pc:sldMk cId="280290210" sldId="407"/>
            <ac:spMk id="17" creationId="{A96D98A3-FFEC-CFB3-E3DC-0FEA9315B869}"/>
          </ac:spMkLst>
        </pc:spChg>
        <pc:spChg chg="add mod">
          <ac:chgData name="Nur Amira Abdul Majid" userId="415c50ea-8302-49a5-b3c9-07ac73726f6f" providerId="ADAL" clId="{308F7FBB-EE13-4868-8B16-12A88AECEA6E}" dt="2025-12-03T06:36:16.886" v="479" actId="1076"/>
          <ac:spMkLst>
            <pc:docMk/>
            <pc:sldMk cId="280290210" sldId="407"/>
            <ac:spMk id="18" creationId="{183EB6F4-9169-EB3E-66D2-3E342EA97533}"/>
          </ac:spMkLst>
        </pc:spChg>
      </pc:sldChg>
      <pc:sldChg chg="addSp delSp modSp add mod delAnim modAnim">
        <pc:chgData name="Nur Amira Abdul Majid" userId="415c50ea-8302-49a5-b3c9-07ac73726f6f" providerId="ADAL" clId="{308F7FBB-EE13-4868-8B16-12A88AECEA6E}" dt="2025-12-03T06:37:42.554" v="489" actId="255"/>
        <pc:sldMkLst>
          <pc:docMk/>
          <pc:sldMk cId="3606363836" sldId="408"/>
        </pc:sldMkLst>
        <pc:spChg chg="add mod">
          <ac:chgData name="Nur Amira Abdul Majid" userId="415c50ea-8302-49a5-b3c9-07ac73726f6f" providerId="ADAL" clId="{308F7FBB-EE13-4868-8B16-12A88AECEA6E}" dt="2025-12-03T06:37:42.554" v="489" actId="255"/>
          <ac:spMkLst>
            <pc:docMk/>
            <pc:sldMk cId="3606363836" sldId="408"/>
            <ac:spMk id="5" creationId="{AEEAD0CE-FA6D-77A2-F984-333AE18507BB}"/>
          </ac:spMkLst>
        </pc:spChg>
        <pc:spChg chg="add mod">
          <ac:chgData name="Nur Amira Abdul Majid" userId="415c50ea-8302-49a5-b3c9-07ac73726f6f" providerId="ADAL" clId="{308F7FBB-EE13-4868-8B16-12A88AECEA6E}" dt="2025-12-03T06:37:20.384" v="487" actId="255"/>
          <ac:spMkLst>
            <pc:docMk/>
            <pc:sldMk cId="3606363836" sldId="408"/>
            <ac:spMk id="6" creationId="{277E2699-0BC1-F70D-EBB7-8356DE0FA556}"/>
          </ac:spMkLst>
        </pc:spChg>
        <pc:spChg chg="add mod">
          <ac:chgData name="Nur Amira Abdul Majid" userId="415c50ea-8302-49a5-b3c9-07ac73726f6f" providerId="ADAL" clId="{308F7FBB-EE13-4868-8B16-12A88AECEA6E}" dt="2025-12-03T06:37:20.384" v="487" actId="255"/>
          <ac:spMkLst>
            <pc:docMk/>
            <pc:sldMk cId="3606363836" sldId="408"/>
            <ac:spMk id="7" creationId="{9CFA28F2-8839-D0BD-23E4-E9D6787DC2F1}"/>
          </ac:spMkLst>
        </pc:spChg>
        <pc:spChg chg="add mod">
          <ac:chgData name="Nur Amira Abdul Majid" userId="415c50ea-8302-49a5-b3c9-07ac73726f6f" providerId="ADAL" clId="{308F7FBB-EE13-4868-8B16-12A88AECEA6E}" dt="2025-12-03T06:37:20.384" v="487" actId="255"/>
          <ac:spMkLst>
            <pc:docMk/>
            <pc:sldMk cId="3606363836" sldId="408"/>
            <ac:spMk id="8" creationId="{74825086-2542-83EB-1A1E-D41BDA35CEA3}"/>
          </ac:spMkLst>
        </pc:spChg>
        <pc:spChg chg="add mod">
          <ac:chgData name="Nur Amira Abdul Majid" userId="415c50ea-8302-49a5-b3c9-07ac73726f6f" providerId="ADAL" clId="{308F7FBB-EE13-4868-8B16-12A88AECEA6E}" dt="2025-12-03T06:37:34.216" v="488" actId="255"/>
          <ac:spMkLst>
            <pc:docMk/>
            <pc:sldMk cId="3606363836" sldId="408"/>
            <ac:spMk id="9" creationId="{98D8DBBC-5BBE-F0BF-9328-19016D831C4B}"/>
          </ac:spMkLst>
        </pc:spChg>
        <pc:spChg chg="add mod">
          <ac:chgData name="Nur Amira Abdul Majid" userId="415c50ea-8302-49a5-b3c9-07ac73726f6f" providerId="ADAL" clId="{308F7FBB-EE13-4868-8B16-12A88AECEA6E}" dt="2025-12-03T06:37:20.384" v="487" actId="255"/>
          <ac:spMkLst>
            <pc:docMk/>
            <pc:sldMk cId="3606363836" sldId="408"/>
            <ac:spMk id="10" creationId="{90AE5EAC-4F0F-68B9-63E3-3893D86911FD}"/>
          </ac:spMkLst>
        </pc:spChg>
        <pc:spChg chg="add mod">
          <ac:chgData name="Nur Amira Abdul Majid" userId="415c50ea-8302-49a5-b3c9-07ac73726f6f" providerId="ADAL" clId="{308F7FBB-EE13-4868-8B16-12A88AECEA6E}" dt="2025-12-03T06:37:34.216" v="488" actId="255"/>
          <ac:spMkLst>
            <pc:docMk/>
            <pc:sldMk cId="3606363836" sldId="408"/>
            <ac:spMk id="11" creationId="{9676BDEB-5838-12B4-2B3D-A69911E1FCC2}"/>
          </ac:spMkLst>
        </pc:spChg>
      </pc:sldChg>
      <pc:sldMasterChg chg="delSldLayout">
        <pc:chgData name="Nur Amira Abdul Majid" userId="415c50ea-8302-49a5-b3c9-07ac73726f6f" providerId="ADAL" clId="{308F7FBB-EE13-4868-8B16-12A88AECEA6E}" dt="2025-12-03T06:02:43.196" v="2" actId="47"/>
        <pc:sldMasterMkLst>
          <pc:docMk/>
          <pc:sldMasterMk cId="0" sldId="2147483651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99512" y="4691852"/>
            <a:ext cx="5812907" cy="441403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ewi.octaviani@apu.edu.my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>
            <a:extLst>
              <a:ext uri="{FF2B5EF4-FFF2-40B4-BE49-F238E27FC236}">
                <a16:creationId xmlns:a16="http://schemas.microsoft.com/office/drawing/2014/main" id="{E5A64D6D-4F7B-C4E6-3DF0-51112DC6C859}"/>
              </a:ext>
            </a:extLst>
          </p:cNvPr>
          <p:cNvSpPr txBox="1">
            <a:spLocks/>
          </p:cNvSpPr>
          <p:nvPr/>
        </p:nvSpPr>
        <p:spPr bwMode="auto">
          <a:xfrm>
            <a:off x="1277258" y="3073400"/>
            <a:ext cx="9608456" cy="71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MY" kern="0"/>
              <a:t>CT052-3-3-INV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8EE8B-4479-DBB2-A043-0D0A551A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258" y="3985536"/>
            <a:ext cx="10724242" cy="1992987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Nur Amira Abdul Majid</a:t>
            </a:r>
          </a:p>
          <a:p>
            <a:pPr marL="0" indent="0">
              <a:buNone/>
            </a:pPr>
            <a:r>
              <a:rPr lang="en-US" sz="2000"/>
              <a:t>FYP Manager – CS,CS(DA), CS(AI)</a:t>
            </a:r>
          </a:p>
          <a:p>
            <a:pPr marL="0" indent="0">
              <a:buNone/>
            </a:pPr>
            <a:r>
              <a:rPr lang="en-US" sz="2000">
                <a:hlinkClick r:id="rId2"/>
              </a:rPr>
              <a:t>nuramira</a:t>
            </a:r>
            <a:r>
              <a:rPr lang="en-US" sz="2000">
                <a:solidFill>
                  <a:schemeClr val="tx1"/>
                </a:solidFill>
                <a:hlinkClick r:id="rId2"/>
              </a:rPr>
              <a:t>@apu.edu.my</a:t>
            </a:r>
            <a:endParaRPr 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/>
              <a:t>Monday – Friday, 10AM – 5PM</a:t>
            </a:r>
          </a:p>
          <a:p>
            <a:pPr marL="0" indent="0">
              <a:buNone/>
            </a:pPr>
            <a:r>
              <a:rPr lang="en-US" sz="2000">
                <a:solidFill>
                  <a:schemeClr val="tx1"/>
                </a:solidFill>
              </a:rPr>
              <a:t>Seating Location: Staff Room, SOC, Level 5, APU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B190F3-E32C-AB84-58BA-F9B06161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086" y="1795009"/>
            <a:ext cx="7376886" cy="3713161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/>
              <a:t>‘systematic investigation and study’</a:t>
            </a:r>
            <a:endParaRPr lang="en-US" sz="2800">
              <a:solidFill>
                <a:schemeClr val="tx2"/>
              </a:solidFill>
            </a:endParaRP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chemeClr val="tx2"/>
                </a:solidFill>
              </a:rPr>
              <a:t>must be planned</a:t>
            </a:r>
            <a:r>
              <a:rPr lang="en-US" sz="2800" b="1">
                <a:solidFill>
                  <a:schemeClr val="accent2"/>
                </a:solidFill>
              </a:rPr>
              <a:t> </a:t>
            </a:r>
            <a:r>
              <a:rPr lang="en-US" sz="2800" b="1">
                <a:solidFill>
                  <a:srgbClr val="CC0000"/>
                </a:solidFill>
              </a:rPr>
              <a:t>(HOW?)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/>
              <a:t>‘to establish facts’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chemeClr val="tx2"/>
                </a:solidFill>
              </a:rPr>
              <a:t>must be from the right source(s)</a:t>
            </a:r>
            <a:r>
              <a:rPr lang="en-US" sz="2800" b="1">
                <a:solidFill>
                  <a:schemeClr val="accent2"/>
                </a:solidFill>
              </a:rPr>
              <a:t> </a:t>
            </a:r>
            <a:r>
              <a:rPr lang="en-US" sz="2800" b="1">
                <a:solidFill>
                  <a:srgbClr val="CC0000"/>
                </a:solidFill>
              </a:rPr>
              <a:t>(WHERE?)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/>
              <a:t>‘to reach conclusions’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chemeClr val="tx2"/>
                </a:solidFill>
              </a:rPr>
              <a:t>must have a purpose</a:t>
            </a:r>
            <a:r>
              <a:rPr lang="en-US" sz="2800" b="1">
                <a:solidFill>
                  <a:schemeClr val="accent2"/>
                </a:solidFill>
              </a:rPr>
              <a:t> </a:t>
            </a:r>
            <a:r>
              <a:rPr lang="en-US" sz="2800" b="1">
                <a:solidFill>
                  <a:srgbClr val="CC0000"/>
                </a:solidFill>
              </a:rPr>
              <a:t>(WHAT?)</a:t>
            </a:r>
            <a:endParaRPr lang="en-MY" sz="2800" b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E30B42-59A1-C0A3-EC28-8AA45551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Research is a, </a:t>
            </a:r>
          </a:p>
        </p:txBody>
      </p:sp>
    </p:spTree>
    <p:extLst>
      <p:ext uri="{BB962C8B-B14F-4D97-AF65-F5344CB8AC3E}">
        <p14:creationId xmlns:p14="http://schemas.microsoft.com/office/powerpoint/2010/main" val="163939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8760-EA0E-11E2-5B0E-2B98F4E01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951C58-79C2-2F05-0015-93D78785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Types of Research</a:t>
            </a:r>
          </a:p>
        </p:txBody>
      </p:sp>
      <p:sp>
        <p:nvSpPr>
          <p:cNvPr id="5" name="Rectangle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229F3A4-3399-79A7-BF75-00A4E6CB5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79563"/>
            <a:ext cx="883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794" tIns="50397" rIns="100794" bIns="50397"/>
          <a:lstStyle/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b="1">
                <a:solidFill>
                  <a:srgbClr val="CC0000"/>
                </a:solidFill>
                <a:latin typeface="+mj-lt"/>
              </a:rPr>
              <a:t>Academic Research</a:t>
            </a:r>
          </a:p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</a:pPr>
            <a:endParaRPr lang="en-US" sz="2600">
              <a:solidFill>
                <a:srgbClr val="CC0000"/>
              </a:solidFill>
              <a:latin typeface="+mj-lt"/>
            </a:endParaRPr>
          </a:p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</a:pPr>
            <a:endParaRPr lang="en-US" sz="2600">
              <a:solidFill>
                <a:srgbClr val="CC0000"/>
              </a:solidFill>
              <a:latin typeface="+mj-lt"/>
            </a:endParaRPr>
          </a:p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b="1">
                <a:solidFill>
                  <a:srgbClr val="CC0000"/>
                </a:solidFill>
                <a:latin typeface="+mj-lt"/>
              </a:rPr>
              <a:t>Secondary Research</a:t>
            </a:r>
          </a:p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600">
              <a:solidFill>
                <a:srgbClr val="CC0000"/>
              </a:solidFill>
              <a:latin typeface="+mj-lt"/>
            </a:endParaRPr>
          </a:p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</a:pPr>
            <a:endParaRPr lang="en-US" sz="2600">
              <a:solidFill>
                <a:srgbClr val="CC0000"/>
              </a:solidFill>
              <a:latin typeface="+mj-lt"/>
            </a:endParaRPr>
          </a:p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b="1">
                <a:solidFill>
                  <a:srgbClr val="CC0000"/>
                </a:solidFill>
                <a:latin typeface="+mj-lt"/>
              </a:rPr>
              <a:t>Primary Research</a:t>
            </a:r>
          </a:p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</a:pPr>
            <a:endParaRPr lang="en-US" sz="2600">
              <a:solidFill>
                <a:srgbClr val="CC0000"/>
              </a:solidFill>
            </a:endParaRP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4BDCA1BE-2F96-C669-8276-A7F48C38D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550" y="1417638"/>
            <a:ext cx="3505200" cy="142875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900" b="1">
                <a:solidFill>
                  <a:schemeClr val="bg1"/>
                </a:solidFill>
                <a:latin typeface="+mj-lt"/>
              </a:rPr>
              <a:t>Technical Research</a:t>
            </a:r>
            <a:endParaRPr lang="en-GB" sz="19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6118FD2A-FC4B-28F4-7CDF-DC9069E3C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0" y="3436938"/>
            <a:ext cx="3505200" cy="142875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900" b="1">
                <a:solidFill>
                  <a:schemeClr val="bg1"/>
                </a:solidFill>
                <a:latin typeface="+mj-lt"/>
              </a:rPr>
              <a:t>Domain Research</a:t>
            </a:r>
            <a:endParaRPr lang="en-GB" sz="19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9175FA22-69C7-2084-E356-E8FD7DE46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75" y="2943226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+</a:t>
            </a:r>
            <a:endParaRPr lang="en-GB" sz="2400" b="1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BD370073-3A97-55FF-9966-3DCB42F6F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5076826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=</a:t>
            </a:r>
            <a:endParaRPr lang="en-GB" sz="2400" b="1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319BF6E-995F-39F0-1C15-BA9CE8BA4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150" y="5551488"/>
            <a:ext cx="3219450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+mj-lt"/>
              </a:rPr>
              <a:t>Literature Review</a:t>
            </a:r>
            <a:r>
              <a:rPr lang="en-US">
                <a:solidFill>
                  <a:schemeClr val="bg1"/>
                </a:solidFill>
                <a:latin typeface="+mj-lt"/>
              </a:rPr>
              <a:t> </a:t>
            </a:r>
            <a:endParaRPr lang="en-GB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3EBAE56C-334C-032F-9E77-82C158A508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1836738"/>
            <a:ext cx="1428750" cy="4191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B4793BB8-7560-E38E-AB61-86581F7307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2550" y="1836738"/>
            <a:ext cx="1752600" cy="19431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35D762F1-E3EA-D0B8-51A0-A7D4A5A1A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189288"/>
            <a:ext cx="1504950" cy="990600"/>
          </a:xfrm>
          <a:prstGeom prst="line">
            <a:avLst/>
          </a:prstGeom>
          <a:noFill/>
          <a:ln w="57150" cmpd="thinThick">
            <a:solidFill>
              <a:srgbClr val="CC99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4E62680F-B566-3BBA-30D6-EC3D6D281D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2617788"/>
            <a:ext cx="1847850" cy="457200"/>
          </a:xfrm>
          <a:prstGeom prst="line">
            <a:avLst/>
          </a:prstGeom>
          <a:noFill/>
          <a:ln w="57150" cmpd="thinThick">
            <a:solidFill>
              <a:srgbClr val="CC99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B1D646CD-0B72-8D5C-492B-612B1A5FAA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5538" y="2409826"/>
            <a:ext cx="1790700" cy="1981200"/>
          </a:xfrm>
          <a:prstGeom prst="line">
            <a:avLst/>
          </a:prstGeom>
          <a:noFill/>
          <a:ln w="57150" cmpd="thinThick">
            <a:solidFill>
              <a:srgbClr val="CC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518B7A77-DFA0-C39B-752D-F19223F010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18075" y="4506913"/>
            <a:ext cx="1885950" cy="0"/>
          </a:xfrm>
          <a:prstGeom prst="line">
            <a:avLst/>
          </a:prstGeom>
          <a:noFill/>
          <a:ln w="57150" cmpd="thinThick">
            <a:solidFill>
              <a:srgbClr val="CC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42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EC86A-D08D-2946-EAEE-5D8BC0A9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6EFEF6-CB56-9983-E019-17668657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Academic Research</a:t>
            </a:r>
          </a:p>
        </p:txBody>
      </p:sp>
      <p:sp>
        <p:nvSpPr>
          <p:cNvPr id="5" name="Rectangle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2DE7AD3-67E7-2D8C-A2F2-5F6D1E82F5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2971" y="1513115"/>
            <a:ext cx="9203871" cy="4691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794" tIns="50397" rIns="100794" bIns="50397"/>
          <a:lstStyle/>
          <a:p>
            <a:pPr marL="0" indent="0" defTabSz="1008063">
              <a:lnSpc>
                <a:spcPct val="90000"/>
              </a:lnSpc>
              <a:buNone/>
            </a:pPr>
            <a:r>
              <a:rPr lang="en-US" sz="2400"/>
              <a:t>A careful and </a:t>
            </a:r>
            <a:r>
              <a:rPr lang="en-US" sz="2400" b="1">
                <a:solidFill>
                  <a:schemeClr val="accent3"/>
                </a:solidFill>
              </a:rPr>
              <a:t>systematic way </a:t>
            </a:r>
            <a:r>
              <a:rPr lang="en-US" sz="2400"/>
              <a:t>of finding answers to questions </a:t>
            </a:r>
            <a:r>
              <a:rPr lang="en-US" sz="2400" b="1">
                <a:solidFill>
                  <a:schemeClr val="accent3"/>
                </a:solidFill>
              </a:rPr>
              <a:t>using facts, evidence, and logical thinking</a:t>
            </a:r>
            <a:r>
              <a:rPr lang="en-US" sz="2400"/>
              <a:t>.</a:t>
            </a:r>
          </a:p>
          <a:p>
            <a:pPr marL="0" indent="0" defTabSz="1008063">
              <a:lnSpc>
                <a:spcPct val="90000"/>
              </a:lnSpc>
              <a:buNone/>
            </a:pPr>
            <a:endParaRPr lang="en-US" sz="2400"/>
          </a:p>
          <a:p>
            <a:pPr marL="0" indent="0">
              <a:buNone/>
            </a:pPr>
            <a:r>
              <a:rPr lang="en-US" sz="2000"/>
              <a:t>What it involves:</a:t>
            </a:r>
          </a:p>
          <a:p>
            <a:r>
              <a:rPr lang="en-US" sz="2000" b="1">
                <a:solidFill>
                  <a:schemeClr val="accent3"/>
                </a:solidFill>
              </a:rPr>
              <a:t>Asking a question or identifying a problem</a:t>
            </a:r>
            <a:r>
              <a:rPr lang="en-US" sz="2000">
                <a:solidFill>
                  <a:schemeClr val="accent3"/>
                </a:solidFill>
              </a:rPr>
              <a:t> </a:t>
            </a:r>
            <a:r>
              <a:rPr lang="en-US" sz="2000"/>
              <a:t>you want to understand better.</a:t>
            </a:r>
          </a:p>
          <a:p>
            <a:r>
              <a:rPr lang="en-US" sz="2000" b="1">
                <a:solidFill>
                  <a:schemeClr val="accent3"/>
                </a:solidFill>
              </a:rPr>
              <a:t>Reading what others have already discovered</a:t>
            </a:r>
            <a:r>
              <a:rPr lang="en-US" sz="2000">
                <a:solidFill>
                  <a:schemeClr val="accent3"/>
                </a:solidFill>
              </a:rPr>
              <a:t> </a:t>
            </a:r>
            <a:r>
              <a:rPr lang="en-US" sz="2000"/>
              <a:t>so you don’t repeat work that’s already been done.</a:t>
            </a:r>
          </a:p>
          <a:p>
            <a:r>
              <a:rPr lang="en-US" sz="2000" b="1">
                <a:solidFill>
                  <a:schemeClr val="accent3"/>
                </a:solidFill>
              </a:rPr>
              <a:t>Collecting information or data</a:t>
            </a:r>
            <a:r>
              <a:rPr lang="en-US" sz="2000">
                <a:solidFill>
                  <a:schemeClr val="accent3"/>
                </a:solidFill>
              </a:rPr>
              <a:t> </a:t>
            </a:r>
            <a:r>
              <a:rPr lang="en-US" sz="2000"/>
              <a:t>in a structured way (like surveys, experiments, or observations).</a:t>
            </a:r>
          </a:p>
          <a:p>
            <a:r>
              <a:rPr lang="en-US" sz="2000" b="1">
                <a:solidFill>
                  <a:schemeClr val="accent3"/>
                </a:solidFill>
              </a:rPr>
              <a:t>Analyzing that data</a:t>
            </a:r>
            <a:r>
              <a:rPr lang="en-US" sz="2000">
                <a:solidFill>
                  <a:schemeClr val="accent3"/>
                </a:solidFill>
              </a:rPr>
              <a:t> </a:t>
            </a:r>
            <a:r>
              <a:rPr lang="en-US" sz="2000"/>
              <a:t>to see what it means.</a:t>
            </a:r>
          </a:p>
          <a:p>
            <a:r>
              <a:rPr lang="en-US" sz="2000" b="1">
                <a:solidFill>
                  <a:schemeClr val="accent3"/>
                </a:solidFill>
              </a:rPr>
              <a:t>Drawing conclusions</a:t>
            </a:r>
            <a:r>
              <a:rPr lang="en-US" sz="2000">
                <a:solidFill>
                  <a:schemeClr val="accent3"/>
                </a:solidFill>
              </a:rPr>
              <a:t> </a:t>
            </a:r>
            <a:r>
              <a:rPr lang="en-US" sz="2000"/>
              <a:t>based on evidence, not opinions.</a:t>
            </a:r>
          </a:p>
          <a:p>
            <a:r>
              <a:rPr lang="en-US" sz="2000" b="1">
                <a:solidFill>
                  <a:schemeClr val="accent3"/>
                </a:solidFill>
              </a:rPr>
              <a:t>Sharing the results</a:t>
            </a:r>
            <a:r>
              <a:rPr lang="en-US" sz="2000">
                <a:solidFill>
                  <a:schemeClr val="accent3"/>
                </a:solidFill>
              </a:rPr>
              <a:t> </a:t>
            </a:r>
            <a:r>
              <a:rPr lang="en-US" sz="2000"/>
              <a:t>in a formal way, usually through reports, journals, or presentations.</a:t>
            </a:r>
          </a:p>
          <a:p>
            <a:pPr marL="0" indent="0" defTabSz="1008063">
              <a:lnSpc>
                <a:spcPct val="90000"/>
              </a:lnSpc>
              <a:buNone/>
            </a:pPr>
            <a:endParaRPr lang="en-US" sz="2400"/>
          </a:p>
        </p:txBody>
      </p:sp>
      <p:pic>
        <p:nvPicPr>
          <p:cNvPr id="1026" name="Picture 2" descr="Research - Free education icons">
            <a:extLst>
              <a:ext uri="{FF2B5EF4-FFF2-40B4-BE49-F238E27FC236}">
                <a16:creationId xmlns:a16="http://schemas.microsoft.com/office/drawing/2014/main" id="{432EDAFF-3059-D9CB-22B0-AA1C63552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52" y="1554165"/>
            <a:ext cx="1566105" cy="156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86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61FE-73F0-FD11-360D-E78A879CE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B57B0B-EEBF-6ABA-988A-9ECF41CE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Academic Research</a:t>
            </a:r>
          </a:p>
        </p:txBody>
      </p:sp>
      <p:sp>
        <p:nvSpPr>
          <p:cNvPr id="5" name="Rectangle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155FA14-D621-3391-FF38-CD40ED84FF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2971" y="1513115"/>
            <a:ext cx="9203871" cy="414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794" tIns="50397" rIns="100794" bIns="50397"/>
          <a:lstStyle/>
          <a:p>
            <a:pPr marL="0" indent="0" defTabSz="1008063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400"/>
              <a:t>Find out from </a:t>
            </a:r>
            <a:r>
              <a:rPr lang="en-US" sz="2400" b="1">
                <a:solidFill>
                  <a:schemeClr val="accent3"/>
                </a:solidFill>
              </a:rPr>
              <a:t>other peoples</a:t>
            </a:r>
            <a:r>
              <a:rPr lang="en-US" sz="2400" b="1">
                <a:solidFill>
                  <a:schemeClr val="accent3"/>
                </a:solidFill>
                <a:latin typeface="Tahoma"/>
              </a:rPr>
              <a:t>’</a:t>
            </a:r>
            <a:r>
              <a:rPr lang="en-US" sz="2400" b="1">
                <a:solidFill>
                  <a:schemeClr val="accent3"/>
                </a:solidFill>
              </a:rPr>
              <a:t> research.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/>
              <a:t>Books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/>
              <a:t>Journal Articles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/>
              <a:t>White Papers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/>
              <a:t>Original research</a:t>
            </a:r>
            <a:r>
              <a:rPr lang="en-US" sz="1800"/>
              <a:t> work</a:t>
            </a:r>
            <a:r>
              <a:rPr lang="en-GB" sz="1800"/>
              <a:t>, literature review in specific discipline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/>
              <a:t>Written by scholar in subject area, credential given, reviewed by peers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/>
              <a:t>Specialised</a:t>
            </a:r>
            <a:r>
              <a:rPr lang="en-US" sz="1800"/>
              <a:t> and </a:t>
            </a:r>
            <a:r>
              <a:rPr lang="en-GB" sz="1800"/>
              <a:t>cited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/>
              <a:t>Available in libraries at colleges/universities, </a:t>
            </a:r>
            <a:endParaRPr lang="en-US" sz="1800"/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/>
              <a:t>Articles can be identified by using periodical indexes</a:t>
            </a:r>
            <a:endParaRPr lang="en-US" sz="1800"/>
          </a:p>
        </p:txBody>
      </p:sp>
      <p:pic>
        <p:nvPicPr>
          <p:cNvPr id="1026" name="Picture 2" descr="Research - Free education icons">
            <a:extLst>
              <a:ext uri="{FF2B5EF4-FFF2-40B4-BE49-F238E27FC236}">
                <a16:creationId xmlns:a16="http://schemas.microsoft.com/office/drawing/2014/main" id="{52D03B4D-6AE8-EF2B-E928-8A8B914A8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52" y="1554165"/>
            <a:ext cx="1566105" cy="156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WordArt 4">
            <a:extLst>
              <a:ext uri="{FF2B5EF4-FFF2-40B4-BE49-F238E27FC236}">
                <a16:creationId xmlns:a16="http://schemas.microsoft.com/office/drawing/2014/main" id="{2ECB5769-89CF-6937-DA9A-06A2F690AA4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347356" y="4946651"/>
            <a:ext cx="5720443" cy="50709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from Scholarly Sources</a:t>
            </a:r>
          </a:p>
        </p:txBody>
      </p:sp>
    </p:spTree>
    <p:extLst>
      <p:ext uri="{BB962C8B-B14F-4D97-AF65-F5344CB8AC3E}">
        <p14:creationId xmlns:p14="http://schemas.microsoft.com/office/powerpoint/2010/main" val="188687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8A32-4204-EDAB-91A5-4178E0EBB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A3ED5D-16E4-E2B1-668E-C30A3D54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Primary Research</a:t>
            </a:r>
          </a:p>
        </p:txBody>
      </p:sp>
      <p:pic>
        <p:nvPicPr>
          <p:cNvPr id="1026" name="Picture 2" descr="Research - Free education icons">
            <a:extLst>
              <a:ext uri="{FF2B5EF4-FFF2-40B4-BE49-F238E27FC236}">
                <a16:creationId xmlns:a16="http://schemas.microsoft.com/office/drawing/2014/main" id="{EBFC7B1A-A40A-070B-0500-AE804805A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52" y="1554165"/>
            <a:ext cx="1566105" cy="156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01E381-4A12-286A-D67A-B44010FE1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981" y="1326924"/>
            <a:ext cx="9358085" cy="4525962"/>
          </a:xfrm>
        </p:spPr>
        <p:txBody>
          <a:bodyPr/>
          <a:lstStyle/>
          <a:p>
            <a:pPr marL="21748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>
                <a:solidFill>
                  <a:srgbClr val="000000"/>
                </a:solidFill>
              </a:rPr>
              <a:t>What it is: </a:t>
            </a:r>
            <a:r>
              <a:rPr lang="en-US" b="1">
                <a:solidFill>
                  <a:schemeClr val="accent3"/>
                </a:solidFill>
              </a:rPr>
              <a:t>Collecting new, original information directly from the source</a:t>
            </a:r>
            <a:r>
              <a:rPr lang="en-US">
                <a:solidFill>
                  <a:srgbClr val="000000"/>
                </a:solidFill>
              </a:rPr>
              <a:t>.</a:t>
            </a:r>
          </a:p>
          <a:p>
            <a:pPr marL="21748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endParaRPr lang="en-US">
              <a:solidFill>
                <a:srgbClr val="000000"/>
              </a:solidFill>
            </a:endParaRPr>
          </a:p>
          <a:p>
            <a:pPr marL="21748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>
                <a:solidFill>
                  <a:srgbClr val="000000"/>
                </a:solidFill>
              </a:rPr>
              <a:t>How you do it: You talk to people, run surveys, conduct interviews, carry out experiments, or observe situations yourself.</a:t>
            </a:r>
          </a:p>
          <a:p>
            <a:pPr marL="21748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endParaRPr lang="en-US">
              <a:solidFill>
                <a:srgbClr val="000000"/>
              </a:solidFill>
            </a:endParaRPr>
          </a:p>
          <a:p>
            <a:pPr marL="21748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>
                <a:solidFill>
                  <a:srgbClr val="000000"/>
                </a:solidFill>
              </a:rPr>
              <a:t>Example: Asking 100 students what motivates them to learn using an online questionnaire. The answers you get are new data that didn’t exist before.</a:t>
            </a:r>
          </a:p>
          <a:p>
            <a:pPr marL="21748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endParaRPr lang="en-US">
              <a:solidFill>
                <a:srgbClr val="000000"/>
              </a:solidFill>
            </a:endParaRPr>
          </a:p>
          <a:p>
            <a:pPr marL="21748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>
                <a:solidFill>
                  <a:srgbClr val="000000"/>
                </a:solidFill>
              </a:rPr>
              <a:t>Techniques that can be used:</a:t>
            </a:r>
          </a:p>
          <a:p>
            <a:pPr marL="560387" lvl="1" indent="-342900"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</a:rPr>
              <a:t>Observation</a:t>
            </a:r>
          </a:p>
          <a:p>
            <a:pPr marL="560387" lvl="1" indent="-342900"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</a:rPr>
              <a:t>Interview</a:t>
            </a:r>
          </a:p>
          <a:p>
            <a:pPr marL="560387" lvl="1" indent="-342900"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</a:rPr>
              <a:t>Questionnaire</a:t>
            </a:r>
          </a:p>
          <a:p>
            <a:pPr marL="560387" lvl="1" indent="-342900"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</a:rPr>
              <a:t>Brainstorming</a:t>
            </a:r>
          </a:p>
          <a:p>
            <a:pPr marL="560387" lvl="1" indent="-342900"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</a:rPr>
              <a:t>Focus Group</a:t>
            </a:r>
          </a:p>
          <a:p>
            <a:pPr marL="560387" lvl="1" indent="-342900"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</a:rPr>
              <a:t>Experiment</a:t>
            </a:r>
            <a:endParaRPr lang="en-MY" sz="1800">
              <a:solidFill>
                <a:srgbClr val="000000"/>
              </a:solidFill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0754E4DF-EE91-E5ED-968A-D60D43614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675" y="4527958"/>
            <a:ext cx="5573391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u="sng">
                <a:solidFill>
                  <a:srgbClr val="FF3300"/>
                </a:solidFill>
                <a:latin typeface="+mj-lt"/>
              </a:rPr>
              <a:t>Note</a:t>
            </a:r>
          </a:p>
          <a:p>
            <a:r>
              <a:rPr lang="en-US" b="1">
                <a:solidFill>
                  <a:srgbClr val="FF3300"/>
                </a:solidFill>
                <a:latin typeface="+mj-lt"/>
              </a:rPr>
              <a:t>It is </a:t>
            </a:r>
            <a:r>
              <a:rPr lang="en-US" b="1" u="sng">
                <a:solidFill>
                  <a:srgbClr val="FF3300"/>
                </a:solidFill>
                <a:latin typeface="+mj-lt"/>
              </a:rPr>
              <a:t>not mandatory</a:t>
            </a:r>
            <a:r>
              <a:rPr lang="en-US" b="1">
                <a:solidFill>
                  <a:srgbClr val="FF3300"/>
                </a:solidFill>
                <a:latin typeface="+mj-lt"/>
              </a:rPr>
              <a:t> for a student to conduct primary research. </a:t>
            </a:r>
          </a:p>
          <a:p>
            <a:r>
              <a:rPr lang="en-US" b="1">
                <a:solidFill>
                  <a:srgbClr val="FF3300"/>
                </a:solidFill>
                <a:latin typeface="+mj-lt"/>
              </a:rPr>
              <a:t>The need for primary research is dependent on the project objectives.</a:t>
            </a:r>
          </a:p>
        </p:txBody>
      </p:sp>
    </p:spTree>
    <p:extLst>
      <p:ext uri="{BB962C8B-B14F-4D97-AF65-F5344CB8AC3E}">
        <p14:creationId xmlns:p14="http://schemas.microsoft.com/office/powerpoint/2010/main" val="133042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B9D0C-79F2-7A3A-E174-7A7906EE2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D0AE8C-F22C-D977-1C37-EA2F2068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Secondary Research</a:t>
            </a:r>
          </a:p>
        </p:txBody>
      </p:sp>
      <p:pic>
        <p:nvPicPr>
          <p:cNvPr id="1026" name="Picture 2" descr="Research - Free education icons">
            <a:extLst>
              <a:ext uri="{FF2B5EF4-FFF2-40B4-BE49-F238E27FC236}">
                <a16:creationId xmlns:a16="http://schemas.microsoft.com/office/drawing/2014/main" id="{B480758F-29F7-4FD1-43EB-F531479C3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52" y="1554165"/>
            <a:ext cx="1566105" cy="156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03BEE3-695D-5AF6-D2B3-972670342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3944" y="1554165"/>
            <a:ext cx="9358085" cy="4525962"/>
          </a:xfrm>
        </p:spPr>
        <p:txBody>
          <a:bodyPr/>
          <a:lstStyle/>
          <a:p>
            <a:pPr marL="0" indent="0" defTabSz="1008063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/>
              <a:t>What it is: </a:t>
            </a:r>
            <a:r>
              <a:rPr lang="en-US" sz="2000" b="1">
                <a:solidFill>
                  <a:schemeClr val="accent3"/>
                </a:solidFill>
              </a:rPr>
              <a:t>Using existing information that someone else has already collected</a:t>
            </a:r>
            <a:r>
              <a:rPr lang="en-US" sz="2000"/>
              <a:t>.</a:t>
            </a:r>
          </a:p>
          <a:p>
            <a:pPr marL="0" indent="0" defTabSz="1008063">
              <a:lnSpc>
                <a:spcPct val="90000"/>
              </a:lnSpc>
              <a:spcBef>
                <a:spcPct val="20000"/>
              </a:spcBef>
              <a:buNone/>
            </a:pPr>
            <a:endParaRPr lang="en-US" sz="2000"/>
          </a:p>
          <a:p>
            <a:pPr marL="0" indent="0" defTabSz="1008063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/>
              <a:t>How you do it: You read articles, look at previous research studies, browse government reports, search online databases, or use information from books and journals.</a:t>
            </a:r>
          </a:p>
          <a:p>
            <a:pPr marL="0" indent="0" defTabSz="1008063">
              <a:lnSpc>
                <a:spcPct val="90000"/>
              </a:lnSpc>
              <a:spcBef>
                <a:spcPct val="20000"/>
              </a:spcBef>
              <a:buNone/>
            </a:pPr>
            <a:endParaRPr lang="en-US" sz="2000"/>
          </a:p>
          <a:p>
            <a:pPr marL="0" indent="0" defTabSz="1008063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/>
              <a:t>Example: Reading a published research paper about student motivation and using that information to support your study.</a:t>
            </a:r>
          </a:p>
          <a:p>
            <a:pPr marL="0" indent="0" defTabSz="1008063">
              <a:lnSpc>
                <a:spcPct val="90000"/>
              </a:lnSpc>
              <a:spcBef>
                <a:spcPct val="20000"/>
              </a:spcBef>
              <a:buNone/>
            </a:pPr>
            <a:endParaRPr lang="en-US" sz="2000"/>
          </a:p>
          <a:p>
            <a:pPr marL="0" indent="0" defTabSz="1008063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/>
              <a:t>Resources that can be used: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/>
              <a:t>Other published sources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800"/>
              <a:t>Magazines, Newspapers, </a:t>
            </a:r>
            <a:r>
              <a:rPr lang="en-GB" sz="1800"/>
              <a:t>entertains on general interest or specialised topics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/>
              <a:t>Written by professional writers, journalists, freelance authors, often unsigned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/>
              <a:t>Easy to read</a:t>
            </a:r>
            <a:r>
              <a:rPr lang="en-US" sz="1800"/>
              <a:t>, </a:t>
            </a:r>
            <a:r>
              <a:rPr lang="en-GB" sz="1800"/>
              <a:t>usually not cited</a:t>
            </a:r>
          </a:p>
          <a:p>
            <a:pPr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/>
              <a:t>In stores, new-stands, public libraries</a:t>
            </a:r>
            <a:endParaRPr lang="en-US" sz="1800"/>
          </a:p>
          <a:p>
            <a:pPr marL="560387" lvl="1" indent="-342900" defTabSz="1008063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MY" sz="2400"/>
          </a:p>
        </p:txBody>
      </p:sp>
      <p:sp>
        <p:nvSpPr>
          <p:cNvPr id="5" name="WordArt 4">
            <a:extLst>
              <a:ext uri="{FF2B5EF4-FFF2-40B4-BE49-F238E27FC236}">
                <a16:creationId xmlns:a16="http://schemas.microsoft.com/office/drawing/2014/main" id="{5CAFD2C9-0DC9-4569-0D9D-70D231D0E9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524038" y="4506685"/>
            <a:ext cx="5700393" cy="26125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possibly from non-scholarly Sources</a:t>
            </a:r>
          </a:p>
        </p:txBody>
      </p:sp>
    </p:spTree>
    <p:extLst>
      <p:ext uri="{BB962C8B-B14F-4D97-AF65-F5344CB8AC3E}">
        <p14:creationId xmlns:p14="http://schemas.microsoft.com/office/powerpoint/2010/main" val="352343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8DF0-F4D5-B9D9-0557-56BBAFEEF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849F18-C428-E65F-5599-275103BE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Research Process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580533-763F-94B1-9081-EA78A9058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258" y="1417638"/>
            <a:ext cx="10308772" cy="4525962"/>
          </a:xfrm>
        </p:spPr>
        <p:txBody>
          <a:bodyPr/>
          <a:lstStyle/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/>
              <a:t>Establish what you need to know</a:t>
            </a:r>
          </a:p>
          <a:p>
            <a:pPr marL="819150" lvl="1" indent="-315913" defTabSz="1008063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/>
              <a:t>Define the scope of what you need to find out </a:t>
            </a:r>
            <a:r>
              <a:rPr lang="en-US" sz="2400">
                <a:latin typeface="Tahoma"/>
              </a:rPr>
              <a:t>–</a:t>
            </a:r>
            <a:r>
              <a:rPr lang="en-US" sz="2400"/>
              <a:t> </a:t>
            </a:r>
            <a:r>
              <a:rPr lang="en-US" sz="2400" b="1">
                <a:solidFill>
                  <a:srgbClr val="CC0000"/>
                </a:solidFill>
              </a:rPr>
              <a:t>problem definition</a:t>
            </a:r>
          </a:p>
          <a:p>
            <a:pPr marL="50323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endParaRPr lang="en-US" sz="2400">
              <a:solidFill>
                <a:srgbClr val="CC0000"/>
              </a:solidFill>
            </a:endParaRPr>
          </a:p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/>
              <a:t>Determine how you can get the information</a:t>
            </a:r>
          </a:p>
          <a:p>
            <a:pPr marL="819150" lvl="1" indent="-315913" defTabSz="1008063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>
                <a:latin typeface="Tahoma"/>
              </a:rPr>
              <a:t>‘</a:t>
            </a:r>
            <a:r>
              <a:rPr lang="en-US" sz="2400"/>
              <a:t>Where and how will I find this information?</a:t>
            </a:r>
            <a:r>
              <a:rPr lang="en-US" sz="2400">
                <a:latin typeface="Tahoma"/>
              </a:rPr>
              <a:t>’</a:t>
            </a:r>
            <a:r>
              <a:rPr lang="en-US" sz="2400"/>
              <a:t> </a:t>
            </a:r>
            <a:r>
              <a:rPr lang="en-US" sz="2400">
                <a:solidFill>
                  <a:srgbClr val="CC0000"/>
                </a:solidFill>
                <a:latin typeface="Tahoma"/>
              </a:rPr>
              <a:t>–</a:t>
            </a:r>
            <a:r>
              <a:rPr lang="en-US" sz="2400">
                <a:solidFill>
                  <a:srgbClr val="CC0000"/>
                </a:solidFill>
              </a:rPr>
              <a:t> </a:t>
            </a:r>
            <a:r>
              <a:rPr lang="en-US" sz="2400" b="1">
                <a:solidFill>
                  <a:srgbClr val="CC0000"/>
                </a:solidFill>
              </a:rPr>
              <a:t>research plan</a:t>
            </a:r>
          </a:p>
          <a:p>
            <a:pPr marL="50323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endParaRPr lang="en-US" sz="2400">
              <a:solidFill>
                <a:srgbClr val="CC0000"/>
              </a:solidFill>
            </a:endParaRPr>
          </a:p>
          <a:p>
            <a:pPr marL="377825" indent="-377825" defTabSz="100806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/>
              <a:t>Find out what you need to know</a:t>
            </a:r>
          </a:p>
          <a:p>
            <a:pPr marL="819150" lvl="1" indent="-315913" defTabSz="1008063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/>
              <a:t>Conduct your research </a:t>
            </a:r>
            <a:r>
              <a:rPr lang="en-US" sz="2400">
                <a:solidFill>
                  <a:srgbClr val="CC0000"/>
                </a:solidFill>
                <a:latin typeface="Tahoma"/>
              </a:rPr>
              <a:t>–</a:t>
            </a:r>
            <a:r>
              <a:rPr lang="en-US" sz="2400">
                <a:solidFill>
                  <a:srgbClr val="CC0000"/>
                </a:solidFill>
              </a:rPr>
              <a:t> </a:t>
            </a:r>
            <a:r>
              <a:rPr lang="en-US" sz="2400" b="1">
                <a:solidFill>
                  <a:srgbClr val="CC0000"/>
                </a:solidFill>
              </a:rPr>
              <a:t>raw facts (Academic + Secondary Research on Technical and Domain related matters)</a:t>
            </a:r>
          </a:p>
          <a:p>
            <a:pPr marL="503237" lvl="1" indent="0" defTabSz="1008063">
              <a:lnSpc>
                <a:spcPct val="90000"/>
              </a:lnSpc>
              <a:buNone/>
            </a:pPr>
            <a:endParaRPr lang="en-US" sz="2400" i="1"/>
          </a:p>
          <a:p>
            <a:pPr marL="503237" lvl="1" indent="0" defTabSz="1008063">
              <a:lnSpc>
                <a:spcPct val="90000"/>
              </a:lnSpc>
              <a:buNone/>
            </a:pPr>
            <a:r>
              <a:rPr lang="en-US" sz="2400" i="1"/>
              <a:t>WITH THE RESEARCH FACTS IN HAND START PREPARING ON</a:t>
            </a:r>
            <a:r>
              <a:rPr lang="en-US" sz="2400">
                <a:solidFill>
                  <a:srgbClr val="CC0000"/>
                </a:solidFill>
              </a:rPr>
              <a:t> </a:t>
            </a:r>
            <a:r>
              <a:rPr lang="en-US" sz="2800" b="1">
                <a:solidFill>
                  <a:srgbClr val="CC0000"/>
                </a:solidFill>
              </a:rPr>
              <a:t>PRIMARY RESEARCH</a:t>
            </a:r>
          </a:p>
          <a:p>
            <a:pPr marL="50323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endParaRPr lang="en-US" sz="2400" b="1">
              <a:solidFill>
                <a:srgbClr val="CC0000"/>
              </a:solidFill>
            </a:endParaRPr>
          </a:p>
          <a:p>
            <a:pPr marL="217487" lvl="1" indent="0" defTabSz="1008063">
              <a:lnSpc>
                <a:spcPct val="90000"/>
              </a:lnSpc>
              <a:spcBef>
                <a:spcPct val="20000"/>
              </a:spcBef>
              <a:buNone/>
            </a:pPr>
            <a:endParaRPr lang="en-MY" sz="2400"/>
          </a:p>
        </p:txBody>
      </p:sp>
    </p:spTree>
    <p:extLst>
      <p:ext uri="{BB962C8B-B14F-4D97-AF65-F5344CB8AC3E}">
        <p14:creationId xmlns:p14="http://schemas.microsoft.com/office/powerpoint/2010/main" val="744072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ADA2-0C3A-A00E-3019-35F33E7D1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122C84-6EFA-3755-3FFB-F7A2BCB6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Research Design</a:t>
            </a: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F299CC02-6A94-C785-1582-DE2FF1521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7821" y="1519464"/>
            <a:ext cx="3990975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3CC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800">
                <a:latin typeface="+mj-lt"/>
              </a:rPr>
              <a:t>Research Problem</a:t>
            </a:r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1127366F-6716-8FC8-0AB2-662E93D70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958" y="1494065"/>
            <a:ext cx="3216275" cy="963613"/>
          </a:xfrm>
          <a:prstGeom prst="rect">
            <a:avLst/>
          </a:prstGeom>
          <a:solidFill>
            <a:srgbClr val="FFFFFF"/>
          </a:solidFill>
          <a:ln w="9525">
            <a:solidFill>
              <a:srgbClr val="0033CC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800">
                <a:latin typeface="+mj-lt"/>
              </a:rPr>
              <a:t>What is required?</a:t>
            </a:r>
          </a:p>
          <a:p>
            <a:pPr algn="ctr" eaLnBrk="0" hangingPunct="0"/>
            <a:r>
              <a:rPr lang="en-US" sz="2000">
                <a:latin typeface="+mj-lt"/>
              </a:rPr>
              <a:t>(objectives)</a:t>
            </a:r>
          </a:p>
        </p:txBody>
      </p:sp>
      <p:sp>
        <p:nvSpPr>
          <p:cNvPr id="7" name="Text Box 23">
            <a:extLst>
              <a:ext uri="{FF2B5EF4-FFF2-40B4-BE49-F238E27FC236}">
                <a16:creationId xmlns:a16="http://schemas.microsoft.com/office/drawing/2014/main" id="{02EA5365-4A5D-3761-A1C4-9E5AA6C08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5507" y="3206978"/>
            <a:ext cx="2882900" cy="1114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33CC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800">
                <a:latin typeface="+mj-lt"/>
              </a:rPr>
              <a:t>What type of solutions</a:t>
            </a:r>
          </a:p>
        </p:txBody>
      </p:sp>
      <p:sp>
        <p:nvSpPr>
          <p:cNvPr id="8" name="AutoShape 24">
            <a:extLst>
              <a:ext uri="{FF2B5EF4-FFF2-40B4-BE49-F238E27FC236}">
                <a16:creationId xmlns:a16="http://schemas.microsoft.com/office/drawing/2014/main" id="{6C3B5091-B8F2-030C-2696-437D3D8E5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732" y="2635477"/>
            <a:ext cx="342900" cy="4572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00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9" name="AutoShape 27">
            <a:extLst>
              <a:ext uri="{FF2B5EF4-FFF2-40B4-BE49-F238E27FC236}">
                <a16:creationId xmlns:a16="http://schemas.microsoft.com/office/drawing/2014/main" id="{E4593F8C-0500-FB95-000A-FB0C127A84A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273120" y="1697264"/>
            <a:ext cx="342900" cy="4572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00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10" name="Text Box 28">
            <a:extLst>
              <a:ext uri="{FF2B5EF4-FFF2-40B4-BE49-F238E27FC236}">
                <a16:creationId xmlns:a16="http://schemas.microsoft.com/office/drawing/2014/main" id="{DA297C1E-01DB-CF28-EBDE-6B3ABCC7A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5846" y="3400652"/>
            <a:ext cx="2936875" cy="569912"/>
          </a:xfrm>
          <a:prstGeom prst="rect">
            <a:avLst/>
          </a:prstGeom>
          <a:solidFill>
            <a:srgbClr val="FF0000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8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Research Design</a:t>
            </a:r>
            <a:endParaRPr lang="en-US" sz="2000" b="1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11" name="AutoShape 29">
            <a:extLst>
              <a:ext uri="{FF2B5EF4-FFF2-40B4-BE49-F238E27FC236}">
                <a16:creationId xmlns:a16="http://schemas.microsoft.com/office/drawing/2014/main" id="{2FEC438B-471D-D51F-1E98-009B4B1DDBD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00207" y="3451452"/>
            <a:ext cx="342900" cy="4572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00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12" name="AutoShape 30">
            <a:extLst>
              <a:ext uri="{FF2B5EF4-FFF2-40B4-BE49-F238E27FC236}">
                <a16:creationId xmlns:a16="http://schemas.microsoft.com/office/drawing/2014/main" id="{995E35E3-A611-D89E-1D19-698CE02A7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157" y="4370614"/>
            <a:ext cx="2692400" cy="1905000"/>
          </a:xfrm>
          <a:prstGeom prst="star5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FF66"/>
                </a:solidFill>
                <a:latin typeface="+mj-lt"/>
              </a:rPr>
              <a:t>System</a:t>
            </a:r>
          </a:p>
        </p:txBody>
      </p:sp>
      <p:sp>
        <p:nvSpPr>
          <p:cNvPr id="13" name="AutoShape 33">
            <a:extLst>
              <a:ext uri="{FF2B5EF4-FFF2-40B4-BE49-F238E27FC236}">
                <a16:creationId xmlns:a16="http://schemas.microsoft.com/office/drawing/2014/main" id="{F417E13E-F7AB-DA8C-544C-A90C5F61D58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559957" y="3532414"/>
            <a:ext cx="1181100" cy="711200"/>
          </a:xfrm>
          <a:custGeom>
            <a:avLst/>
            <a:gdLst>
              <a:gd name="G0" fmla="+- 9257 0 0"/>
              <a:gd name="G1" fmla="+- 18514 0 0"/>
              <a:gd name="G2" fmla="+- 7200 0 0"/>
              <a:gd name="G3" fmla="*/ 9257 1 2"/>
              <a:gd name="G4" fmla="+- G3 10800 0"/>
              <a:gd name="G5" fmla="+- 21600 9257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200 h 21600"/>
              <a:gd name="T4" fmla="*/ 0 w 21600"/>
              <a:gd name="T5" fmla="*/ 18001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055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 autoUpdateAnimBg="0"/>
      <p:bldP spid="7" grpId="0" animBg="1" autoUpdateAnimBg="0"/>
      <p:bldP spid="8" grpId="0" animBg="1"/>
      <p:bldP spid="9" grpId="0" animBg="1"/>
      <p:bldP spid="10" grpId="0" animBg="1" autoUpdateAnimBg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C7D01-CF37-15B4-4898-8F0190AF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349148-389C-D0DE-707D-A00EB8D1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Documenting Research </a:t>
            </a:r>
          </a:p>
        </p:txBody>
      </p:sp>
      <p:sp>
        <p:nvSpPr>
          <p:cNvPr id="2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E2A7F98-29B5-68A6-D56C-03E605D25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835" y="1536702"/>
            <a:ext cx="4567237" cy="1354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00794" tIns="50397" rIns="100794" bIns="50397"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/>
              <a:t>Methodology X promotes/enables A, B &amp; C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/>
              <a:t>Project P requires A &amp; B </a:t>
            </a:r>
            <a:endParaRPr lang="en-GB" sz="240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5E9B5CA-FFD3-58F5-CA30-BE3D6AB24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946" y="4989425"/>
            <a:ext cx="51371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2400" b="1"/>
              <a:t>Project P shall use Methodology X since it support A&amp;B required for Project P </a:t>
            </a: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CB44C19E-2FB0-4D32-289E-E8E0A4490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3571" y="3284538"/>
            <a:ext cx="2971800" cy="139065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b="1"/>
              <a:t>Therefore</a:t>
            </a: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84C7DEEE-3026-700C-42D3-D7505426C76E}"/>
              </a:ext>
            </a:extLst>
          </p:cNvPr>
          <p:cNvSpPr>
            <a:spLocks/>
          </p:cNvSpPr>
          <p:nvPr/>
        </p:nvSpPr>
        <p:spPr bwMode="auto">
          <a:xfrm>
            <a:off x="7565571" y="1417638"/>
            <a:ext cx="781050" cy="1638300"/>
          </a:xfrm>
          <a:prstGeom prst="rightBrace">
            <a:avLst>
              <a:gd name="adj1" fmla="val 174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2EFBEAF2-6624-C715-DF6A-F96376D8A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6946" y="1590677"/>
            <a:ext cx="147027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Findings</a:t>
            </a:r>
          </a:p>
          <a:p>
            <a:r>
              <a:rPr lang="en-US" sz="2400" b="1"/>
              <a:t>through </a:t>
            </a:r>
          </a:p>
          <a:p>
            <a:r>
              <a:rPr lang="en-US" sz="2400" b="1"/>
              <a:t>research</a:t>
            </a:r>
          </a:p>
        </p:txBody>
      </p:sp>
      <p:sp>
        <p:nvSpPr>
          <p:cNvPr id="17" name="AutoShape 12">
            <a:extLst>
              <a:ext uri="{FF2B5EF4-FFF2-40B4-BE49-F238E27FC236}">
                <a16:creationId xmlns:a16="http://schemas.microsoft.com/office/drawing/2014/main" id="{A96D98A3-FFEC-CFB3-E3DC-0FEA9315B869}"/>
              </a:ext>
            </a:extLst>
          </p:cNvPr>
          <p:cNvSpPr>
            <a:spLocks/>
          </p:cNvSpPr>
          <p:nvPr/>
        </p:nvSpPr>
        <p:spPr bwMode="auto">
          <a:xfrm>
            <a:off x="7662409" y="4486276"/>
            <a:ext cx="781050" cy="1638300"/>
          </a:xfrm>
          <a:prstGeom prst="rightBrace">
            <a:avLst>
              <a:gd name="adj1" fmla="val 174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183EB6F4-9169-EB3E-66D2-3E342EA97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6634" y="5040313"/>
            <a:ext cx="184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029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14" grpId="0" animBg="1"/>
      <p:bldP spid="15" grpId="0" animBg="1"/>
      <p:bldP spid="16" grpId="0"/>
      <p:bldP spid="17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12418-65AA-9911-E65B-173EB4741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3314EC-CFF3-3B91-CB44-12046871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Documenting Research </a:t>
            </a:r>
          </a:p>
        </p:txBody>
      </p:sp>
      <p:sp>
        <p:nvSpPr>
          <p:cNvPr id="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EEAD0CE-FA6D-77A2-F984-333AE1850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485" y="1259343"/>
            <a:ext cx="5786437" cy="26685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00794" tIns="50397" rIns="100794" bIns="50397"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GB" sz="2000" b="1">
                <a:latin typeface="+mj-lt"/>
              </a:rPr>
              <a:t>RUP because it support use case driven, iterative and incremental and architecture centric approach</a:t>
            </a:r>
            <a:endParaRPr lang="en-US" sz="2000" b="1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b="1">
                <a:latin typeface="+mj-lt"/>
              </a:rPr>
              <a:t>Project P has fair amount of risk. Hence, to mitigate risk Project P has to be developed incrementally and iteratively. This will allow risk to be systematically captured and resolved early. </a:t>
            </a:r>
            <a:endParaRPr lang="en-GB" sz="2000" b="1">
              <a:latin typeface="+mj-lt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77E2699-0BC1-F70D-EBB7-8356DE0FA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2796" y="5141077"/>
            <a:ext cx="5784850" cy="92333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>
                <a:latin typeface="+mj-lt"/>
              </a:rPr>
              <a:t>Project P shall use RUP since it supports iterative and incremental development among others required for Project P. 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9CFA28F2-8839-D0BD-23E4-E9D6787DC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6571" y="4112079"/>
            <a:ext cx="1219200" cy="7239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GB">
              <a:latin typeface="+mj-lt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74825086-2542-83EB-1A1E-D41BDA35CEA3}"/>
              </a:ext>
            </a:extLst>
          </p:cNvPr>
          <p:cNvSpPr>
            <a:spLocks/>
          </p:cNvSpPr>
          <p:nvPr/>
        </p:nvSpPr>
        <p:spPr bwMode="auto">
          <a:xfrm>
            <a:off x="7946571" y="1711779"/>
            <a:ext cx="781050" cy="1638300"/>
          </a:xfrm>
          <a:prstGeom prst="rightBrace">
            <a:avLst>
              <a:gd name="adj1" fmla="val 174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8D8DBBC-5BBE-F0BF-9328-19016D831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047" y="2342017"/>
            <a:ext cx="13051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latin typeface="+mj-lt"/>
              </a:rPr>
              <a:t>Findings</a:t>
            </a: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90AE5EAC-4F0F-68B9-63E3-3893D86911FD}"/>
              </a:ext>
            </a:extLst>
          </p:cNvPr>
          <p:cNvSpPr>
            <a:spLocks/>
          </p:cNvSpPr>
          <p:nvPr/>
        </p:nvSpPr>
        <p:spPr bwMode="auto">
          <a:xfrm>
            <a:off x="7929109" y="4513717"/>
            <a:ext cx="781050" cy="1638300"/>
          </a:xfrm>
          <a:prstGeom prst="rightBrace">
            <a:avLst>
              <a:gd name="adj1" fmla="val 174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9676BDEB-5838-12B4-2B3D-A69911E1F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3334" y="5067754"/>
            <a:ext cx="16130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latin typeface="+mj-lt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0636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9800" y="2209800"/>
            <a:ext cx="7772400" cy="1981200"/>
          </a:xfrm>
          <a:noFill/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GB" sz="2000" b="1"/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endParaRPr lang="en-GB" sz="2000" b="1"/>
          </a:p>
          <a:p>
            <a:pPr algn="ctr">
              <a:lnSpc>
                <a:spcPct val="80000"/>
              </a:lnSpc>
              <a:spcBef>
                <a:spcPts val="2400"/>
              </a:spcBef>
              <a:buNone/>
            </a:pPr>
            <a:r>
              <a:rPr lang="en-GB" sz="7200" b="1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7470645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04227B44EDA48B5C00E1FA2FBC6A0" ma:contentTypeVersion="7" ma:contentTypeDescription="Create a new document." ma:contentTypeScope="" ma:versionID="95fd461b2684ea27093fb77599c141e1">
  <xsd:schema xmlns:xsd="http://www.w3.org/2001/XMLSchema" xmlns:xs="http://www.w3.org/2001/XMLSchema" xmlns:p="http://schemas.microsoft.com/office/2006/metadata/properties" xmlns:ns2="64219b06-34fd-4946-b7e1-14afe09159a7" targetNamespace="http://schemas.microsoft.com/office/2006/metadata/properties" ma:root="true" ma:fieldsID="17ff4b6c50f386225a05d51691de5fd2" ns2:_="">
    <xsd:import namespace="64219b06-34fd-4946-b7e1-14afe09159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219b06-34fd-4946-b7e1-14afe09159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D3909F-E191-4C23-B23C-BA46B5ADDDA2}">
  <ds:schemaRefs>
    <ds:schemaRef ds:uri="c0f90a4e-2534-4174-991f-0eb794d5b859"/>
    <ds:schemaRef ds:uri="d2981e9c-0c44-4237-a41f-50944ddb2e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97C0BDF-F58B-4D74-B588-8B975E42CDE8}">
  <ds:schemaRefs>
    <ds:schemaRef ds:uri="64219b06-34fd-4946-b7e1-14afe09159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UCTI-Template-foundation-level</vt:lpstr>
      <vt:lpstr>PowerPoint Presentation</vt:lpstr>
      <vt:lpstr>Research is a, </vt:lpstr>
      <vt:lpstr>Types of Research</vt:lpstr>
      <vt:lpstr>Academic Research</vt:lpstr>
      <vt:lpstr>Academic Research</vt:lpstr>
      <vt:lpstr>Primary Research</vt:lpstr>
      <vt:lpstr>Secondary Research</vt:lpstr>
      <vt:lpstr>Research Process </vt:lpstr>
      <vt:lpstr>Research Design</vt:lpstr>
      <vt:lpstr>Documenting Research </vt:lpstr>
      <vt:lpstr>Documenting Research </vt:lpstr>
      <vt:lpstr>PowerPoint Presentation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revision>1</cp:revision>
  <cp:lastPrinted>2023-02-03T03:07:34Z</cp:lastPrinted>
  <dcterms:created xsi:type="dcterms:W3CDTF">2005-08-02T10:18:20Z</dcterms:created>
  <dcterms:modified xsi:type="dcterms:W3CDTF">2025-12-11T13:52:58Z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0x01010075804227B44EDA48B5C00E1FA2FBC6A0</vt:lpwstr>
  </property>
</Properties>
</file>